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29"/>
  </p:notesMasterIdLst>
  <p:sldIdLst>
    <p:sldId id="256" r:id="rId2"/>
    <p:sldId id="270" r:id="rId3"/>
    <p:sldId id="280" r:id="rId4"/>
    <p:sldId id="268" r:id="rId5"/>
    <p:sldId id="281" r:id="rId6"/>
    <p:sldId id="282" r:id="rId7"/>
    <p:sldId id="283" r:id="rId8"/>
    <p:sldId id="317" r:id="rId9"/>
    <p:sldId id="284" r:id="rId10"/>
    <p:sldId id="285" r:id="rId11"/>
    <p:sldId id="320" r:id="rId12"/>
    <p:sldId id="321" r:id="rId13"/>
    <p:sldId id="322" r:id="rId14"/>
    <p:sldId id="319" r:id="rId15"/>
    <p:sldId id="288" r:id="rId16"/>
    <p:sldId id="291" r:id="rId17"/>
    <p:sldId id="312" r:id="rId18"/>
    <p:sldId id="292" r:id="rId19"/>
    <p:sldId id="272" r:id="rId20"/>
    <p:sldId id="271" r:id="rId21"/>
    <p:sldId id="273" r:id="rId22"/>
    <p:sldId id="274" r:id="rId23"/>
    <p:sldId id="275" r:id="rId24"/>
    <p:sldId id="309" r:id="rId25"/>
    <p:sldId id="276" r:id="rId26"/>
    <p:sldId id="307" r:id="rId27"/>
    <p:sldId id="265" r:id="rId28"/>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D7AC3CCA-C797-4891-BE02-D94E43425B78}" styleName="Medium Style 4">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w="12700" cmpd="sng">
              <a:solidFill>
                <a:schemeClr val="dk1"/>
              </a:solid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25400" cmpd="sng">
              <a:solidFill>
                <a:schemeClr val="dk1"/>
              </a:solidFill>
            </a:ln>
          </a:top>
        </a:tcBdr>
        <a:fill>
          <a:solidFill>
            <a:schemeClr val="dk1">
              <a:tint val="20000"/>
            </a:schemeClr>
          </a:solidFill>
        </a:fill>
      </a:tcStyle>
    </a:lastRow>
    <a:firstRow>
      <a:tcTxStyle b="on"/>
      <a:tcStyle>
        <a:tcBdr/>
        <a:fill>
          <a:solidFill>
            <a:schemeClr val="dk1">
              <a:tint val="20000"/>
            </a:schemeClr>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BC89EF96-8CEA-46FF-86C4-4CE0E7609802}" styleName="Light Style 3 - Accent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 styleId="{22838BEF-8BB2-4498-84A7-C5851F593DF1}" styleName="Medium Style 4 - Accent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w="12700" cmpd="sng">
              <a:solidFill>
                <a:schemeClr val="accent5"/>
              </a:solidFill>
            </a:ln>
          </a:insideV>
        </a:tcBdr>
        <a:fill>
          <a:solidFill>
            <a:schemeClr val="accent5">
              <a:tint val="20000"/>
            </a:schemeClr>
          </a:solidFill>
        </a:fill>
      </a:tcStyle>
    </a:wholeTbl>
    <a:band1H>
      <a:tcStyle>
        <a:tcBdr/>
        <a:fill>
          <a:solidFill>
            <a:schemeClr val="accent5">
              <a:tint val="40000"/>
            </a:schemeClr>
          </a:solidFill>
        </a:fill>
      </a:tcStyle>
    </a:band1H>
    <a:band1V>
      <a:tcStyle>
        <a:tcBdr/>
        <a:fill>
          <a:solidFill>
            <a:schemeClr val="accent5">
              <a:tint val="40000"/>
            </a:schemeClr>
          </a:solidFill>
        </a:fill>
      </a:tcStyle>
    </a:band1V>
    <a:lastCol>
      <a:tcTxStyle b="on"/>
      <a:tcStyle>
        <a:tcBdr/>
      </a:tcStyle>
    </a:lastCol>
    <a:firstCol>
      <a:tcTxStyle b="on"/>
      <a:tcStyle>
        <a:tcBdr/>
      </a:tcStyle>
    </a:firstCol>
    <a:lastRow>
      <a:tcTxStyle b="on"/>
      <a:tcStyle>
        <a:tcBdr>
          <a:top>
            <a:ln w="25400" cmpd="sng">
              <a:solidFill>
                <a:schemeClr val="accent5"/>
              </a:solidFill>
            </a:ln>
          </a:top>
        </a:tcBdr>
        <a:fill>
          <a:solidFill>
            <a:schemeClr val="accent5">
              <a:tint val="20000"/>
            </a:schemeClr>
          </a:solidFill>
        </a:fill>
      </a:tcStyle>
    </a:lastRow>
    <a:firstRow>
      <a:tcTxStyle b="on"/>
      <a:tcStyle>
        <a:tcBdr/>
        <a:fill>
          <a:solidFill>
            <a:schemeClr val="accent5">
              <a:tint val="20000"/>
            </a:schemeClr>
          </a:solidFill>
        </a:fill>
      </a:tcStyle>
    </a:firstRow>
  </a:tblStyle>
  <a:tblStyle styleId="{8799B23B-EC83-4686-B30A-512413B5E67A}" styleName="Light Style 3 - Accent 3">
    <a:wholeTbl>
      <a:tcTxStyle>
        <a:fontRef idx="minor">
          <a:scrgbClr r="0" g="0" b="0"/>
        </a:fontRef>
        <a:schemeClr val="tx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noFill/>
        </a:fill>
      </a:tcStyle>
    </a:wholeTbl>
    <a:band1H>
      <a:tcStyle>
        <a:tcBdr/>
        <a:fill>
          <a:solidFill>
            <a:schemeClr val="accent3">
              <a:alpha val="20000"/>
            </a:schemeClr>
          </a:solidFill>
        </a:fill>
      </a:tcStyle>
    </a:band1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noFill/>
        </a:fill>
      </a:tcStyle>
    </a:lastRow>
    <a:firstRow>
      <a:tcTxStyle b="on"/>
      <a:tcStyle>
        <a:tcBdr>
          <a:bottom>
            <a:ln w="25400" cmpd="sng">
              <a:solidFill>
                <a:schemeClr val="accent3"/>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3750" autoAdjust="0"/>
    <p:restoredTop sz="94063" autoAdjust="0"/>
  </p:normalViewPr>
  <p:slideViewPr>
    <p:cSldViewPr snapToGrid="0" snapToObjects="1">
      <p:cViewPr varScale="1">
        <p:scale>
          <a:sx n="98" d="100"/>
          <a:sy n="98" d="100"/>
        </p:scale>
        <p:origin x="1104" y="82"/>
      </p:cViewPr>
      <p:guideLst>
        <p:guide orient="horz" pos="2160"/>
        <p:guide pos="2880"/>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microsoft.com/office/2016/11/relationships/changesInfo" Target="changesInfos/changesInfo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presProps" Target="presProps.xml"/><Relationship Id="rId8" Type="http://schemas.openxmlformats.org/officeDocument/2006/relationships/slide" Target="slides/slide7.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Md. Sazid Uddin" userId="bf7103ce-f704-450c-833b-8f6e8b9d55ed" providerId="ADAL" clId="{27D3DF03-9F7F-48FF-A719-8F75E88DEE7A}"/>
    <pc:docChg chg="modSld">
      <pc:chgData name="Md. Sazid Uddin" userId="bf7103ce-f704-450c-833b-8f6e8b9d55ed" providerId="ADAL" clId="{27D3DF03-9F7F-48FF-A719-8F75E88DEE7A}" dt="2025-07-13T05:31:31.907" v="50" actId="404"/>
      <pc:docMkLst>
        <pc:docMk/>
      </pc:docMkLst>
      <pc:sldChg chg="modSp mod">
        <pc:chgData name="Md. Sazid Uddin" userId="bf7103ce-f704-450c-833b-8f6e8b9d55ed" providerId="ADAL" clId="{27D3DF03-9F7F-48FF-A719-8F75E88DEE7A}" dt="2025-07-13T05:31:31.907" v="50" actId="404"/>
        <pc:sldMkLst>
          <pc:docMk/>
          <pc:sldMk cId="700707328" sldId="256"/>
        </pc:sldMkLst>
        <pc:graphicFrameChg chg="modGraphic">
          <ac:chgData name="Md. Sazid Uddin" userId="bf7103ce-f704-450c-833b-8f6e8b9d55ed" providerId="ADAL" clId="{27D3DF03-9F7F-48FF-A719-8F75E88DEE7A}" dt="2025-07-13T05:31:31.907" v="50" actId="404"/>
          <ac:graphicFrameMkLst>
            <pc:docMk/>
            <pc:sldMk cId="700707328" sldId="256"/>
            <ac:graphicFrameMk id="7" creationId="{29FF08AD-7519-4C4A-8E0D-640DF5BB5E58}"/>
          </ac:graphicFrameMkLst>
        </pc:graphicFrameChg>
      </pc:sldChg>
      <pc:sldChg chg="modSp mod">
        <pc:chgData name="Md. Sazid Uddin" userId="bf7103ce-f704-450c-833b-8f6e8b9d55ed" providerId="ADAL" clId="{27D3DF03-9F7F-48FF-A719-8F75E88DEE7A}" dt="2025-07-13T04:59:07.976" v="0" actId="20577"/>
        <pc:sldMkLst>
          <pc:docMk/>
          <pc:sldMk cId="2509716172" sldId="270"/>
        </pc:sldMkLst>
        <pc:spChg chg="mod">
          <ac:chgData name="Md. Sazid Uddin" userId="bf7103ce-f704-450c-833b-8f6e8b9d55ed" providerId="ADAL" clId="{27D3DF03-9F7F-48FF-A719-8F75E88DEE7A}" dt="2025-07-13T04:59:07.976" v="0" actId="20577"/>
          <ac:spMkLst>
            <pc:docMk/>
            <pc:sldMk cId="2509716172" sldId="270"/>
            <ac:spMk id="4" creationId="{E00A471B-FCB5-3949-B014-0D06C67E41B3}"/>
          </ac:spMkLst>
        </pc:spChg>
      </pc:sldChg>
      <pc:sldChg chg="modSp mod">
        <pc:chgData name="Md. Sazid Uddin" userId="bf7103ce-f704-450c-833b-8f6e8b9d55ed" providerId="ADAL" clId="{27D3DF03-9F7F-48FF-A719-8F75E88DEE7A}" dt="2025-07-13T05:00:02.048" v="9" actId="20577"/>
        <pc:sldMkLst>
          <pc:docMk/>
          <pc:sldMk cId="3123898282" sldId="280"/>
        </pc:sldMkLst>
        <pc:spChg chg="mod">
          <ac:chgData name="Md. Sazid Uddin" userId="bf7103ce-f704-450c-833b-8f6e8b9d55ed" providerId="ADAL" clId="{27D3DF03-9F7F-48FF-A719-8F75E88DEE7A}" dt="2025-07-13T05:00:02.048" v="9" actId="20577"/>
          <ac:spMkLst>
            <pc:docMk/>
            <pc:sldMk cId="3123898282" sldId="280"/>
            <ac:spMk id="4" creationId="{E00A471B-FCB5-3949-B014-0D06C67E41B3}"/>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34575BA-2289-4DDC-B261-B2BB194DB1BB}" type="datetimeFigureOut">
              <a:rPr lang="en-US" smtClean="0"/>
              <a:t>7/13/2025</a:t>
            </a:fld>
            <a:endParaRPr lang="en-US"/>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8EDD38F-92D8-4A50-A194-3178E42A43CF}" type="slidenum">
              <a:rPr lang="en-US" smtClean="0"/>
              <a:t>‹#›</a:t>
            </a:fld>
            <a:endParaRPr lang="en-US"/>
          </a:p>
        </p:txBody>
      </p:sp>
    </p:spTree>
    <p:extLst>
      <p:ext uri="{BB962C8B-B14F-4D97-AF65-F5344CB8AC3E}">
        <p14:creationId xmlns:p14="http://schemas.microsoft.com/office/powerpoint/2010/main" val="366617502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98EDD38F-92D8-4A50-A194-3178E42A43CF}" type="slidenum">
              <a:rPr lang="en-US" smtClean="0"/>
              <a:t>7</a:t>
            </a:fld>
            <a:endParaRPr lang="en-US"/>
          </a:p>
        </p:txBody>
      </p:sp>
    </p:spTree>
    <p:extLst>
      <p:ext uri="{BB962C8B-B14F-4D97-AF65-F5344CB8AC3E}">
        <p14:creationId xmlns:p14="http://schemas.microsoft.com/office/powerpoint/2010/main" val="1725299722"/>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4251665B-C24A-4702-B522-6A4334602E03}" type="datetimeFigureOut">
              <a:rPr lang="en-US" smtClean="0"/>
              <a:t>7/13/2025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FD889E0-CAB2-4699-909D-B9A88D47ACBE}" type="slidenum">
              <a:rPr lang="en-US" smtClean="0"/>
              <a:t>‹#›</a:t>
            </a:fld>
            <a:endParaRPr lang="en-US"/>
          </a:p>
        </p:txBody>
      </p:sp>
      <p:sp>
        <p:nvSpPr>
          <p:cNvPr id="7" name="Rectangle 6"/>
          <p:cNvSpPr/>
          <p:nvPr/>
        </p:nvSpPr>
        <p:spPr>
          <a:xfrm>
            <a:off x="284163" y="444728"/>
            <a:ext cx="8574087" cy="1468437"/>
          </a:xfrm>
          <a:prstGeom prst="rect">
            <a:avLst/>
          </a:prstGeom>
          <a:solidFill>
            <a:schemeClr val="tx1">
              <a:lumMod val="85000"/>
              <a:lumOff val="15000"/>
              <a:alpha val="85000"/>
            </a:schemeClr>
          </a:solidFill>
        </p:spPr>
        <p:txBody>
          <a:bodyPr vert="horz" lIns="91440" tIns="45720" rIns="182880" bIns="365760" rtlCol="0" anchor="b" anchorCtr="0">
            <a:normAutofit/>
          </a:bodyPr>
          <a:lstStyle/>
          <a:p>
            <a:pPr algn="l" defTabSz="914400" rtl="0" eaLnBrk="1" latinLnBrk="0" hangingPunct="1">
              <a:spcBef>
                <a:spcPct val="0"/>
              </a:spcBef>
              <a:buNone/>
            </a:pPr>
            <a:endParaRPr sz="4200" kern="1200">
              <a:solidFill>
                <a:schemeClr val="bg1"/>
              </a:solidFill>
              <a:latin typeface="+mj-lt"/>
              <a:ea typeface="+mj-ea"/>
              <a:cs typeface="+mj-cs"/>
            </a:endParaRPr>
          </a:p>
        </p:txBody>
      </p:sp>
      <p:grpSp>
        <p:nvGrpSpPr>
          <p:cNvPr id="8" name="Group 16"/>
          <p:cNvGrpSpPr/>
          <p:nvPr/>
        </p:nvGrpSpPr>
        <p:grpSpPr>
          <a:xfrm>
            <a:off x="284163" y="1906542"/>
            <a:ext cx="8576373" cy="137411"/>
            <a:chOff x="284163" y="1759424"/>
            <a:chExt cx="8576373" cy="137411"/>
          </a:xfrm>
        </p:grpSpPr>
        <p:sp>
          <p:nvSpPr>
            <p:cNvPr id="9" name="Rectangle 8"/>
            <p:cNvSpPr/>
            <p:nvPr/>
          </p:nvSpPr>
          <p:spPr>
            <a:xfrm>
              <a:off x="284163" y="1759424"/>
              <a:ext cx="2743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0" name="Rectangle 9"/>
            <p:cNvSpPr/>
            <p:nvPr/>
          </p:nvSpPr>
          <p:spPr>
            <a:xfrm>
              <a:off x="3026392" y="1759424"/>
              <a:ext cx="1600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1" name="Rectangle 10"/>
            <p:cNvSpPr/>
            <p:nvPr/>
          </p:nvSpPr>
          <p:spPr>
            <a:xfrm>
              <a:off x="4626864" y="1759424"/>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
        <p:nvSpPr>
          <p:cNvPr id="2" name="Title 1"/>
          <p:cNvSpPr>
            <a:spLocks noGrp="1"/>
          </p:cNvSpPr>
          <p:nvPr>
            <p:ph type="ctrTitle"/>
          </p:nvPr>
        </p:nvSpPr>
        <p:spPr>
          <a:xfrm>
            <a:off x="421341" y="449005"/>
            <a:ext cx="7808976" cy="1088136"/>
          </a:xfrm>
          <a:noFill/>
        </p:spPr>
        <p:txBody>
          <a:bodyPr vert="horz" lIns="91440" tIns="45720" rIns="91440" bIns="45720" rtlCol="0" anchor="b" anchorCtr="0">
            <a:normAutofit/>
          </a:bodyPr>
          <a:lstStyle>
            <a:lvl1pPr marL="0" algn="l" defTabSz="914400" rtl="0" eaLnBrk="1" latinLnBrk="0" hangingPunct="1">
              <a:lnSpc>
                <a:spcPts val="4600"/>
              </a:lnSpc>
              <a:spcBef>
                <a:spcPct val="0"/>
              </a:spcBef>
              <a:buNone/>
              <a:defRPr sz="4200" kern="1200">
                <a:solidFill>
                  <a:schemeClr val="bg1"/>
                </a:solidFill>
                <a:latin typeface="+mj-lt"/>
                <a:ea typeface="+mj-ea"/>
                <a:cs typeface="+mj-cs"/>
              </a:defRPr>
            </a:lvl1pPr>
          </a:lstStyle>
          <a:p>
            <a:r>
              <a:rPr lang="fi-FI"/>
              <a:t>Click to edit Master title style</a:t>
            </a:r>
            <a:endParaRPr/>
          </a:p>
        </p:txBody>
      </p:sp>
      <p:sp>
        <p:nvSpPr>
          <p:cNvPr id="3" name="Subtitle 2"/>
          <p:cNvSpPr>
            <a:spLocks noGrp="1"/>
          </p:cNvSpPr>
          <p:nvPr>
            <p:ph type="subTitle" idx="1"/>
          </p:nvPr>
        </p:nvSpPr>
        <p:spPr>
          <a:xfrm>
            <a:off x="476205" y="1532427"/>
            <a:ext cx="7754112" cy="484632"/>
          </a:xfrm>
        </p:spPr>
        <p:txBody>
          <a:bodyPr vert="horz" lIns="91440" tIns="45720" rIns="91440" bIns="45720" rtlCol="0">
            <a:normAutofit/>
          </a:bodyPr>
          <a:lstStyle>
            <a:lvl1pPr marL="0" indent="0" algn="l" defTabSz="914400" rtl="0" eaLnBrk="1" latinLnBrk="0" hangingPunct="1">
              <a:lnSpc>
                <a:spcPct val="100000"/>
              </a:lnSpc>
              <a:spcBef>
                <a:spcPts val="0"/>
              </a:spcBef>
              <a:buClr>
                <a:schemeClr val="bg1">
                  <a:lumMod val="65000"/>
                </a:schemeClr>
              </a:buClr>
              <a:buSzPct val="90000"/>
              <a:buFont typeface="Wingdings" pitchFamily="2" charset="2"/>
              <a:buNone/>
              <a:defRPr sz="1800" kern="1200">
                <a:solidFill>
                  <a:schemeClr val="bg1"/>
                </a:solidFill>
                <a:latin typeface="+mn-lt"/>
                <a:ea typeface="+mn-ea"/>
                <a:cs typeface="+mn-cs"/>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fi-FI"/>
              <a:t>Click to edit Master subtitle style</a:t>
            </a:r>
            <a:endParaRPr dirty="0"/>
          </a:p>
        </p:txBody>
      </p:sp>
      <p:sp>
        <p:nvSpPr>
          <p:cNvPr id="13" name="Rectangle 12"/>
          <p:cNvSpPr/>
          <p:nvPr/>
        </p:nvSpPr>
        <p:spPr>
          <a:xfrm>
            <a:off x="284163" y="6227064"/>
            <a:ext cx="8574087" cy="173736"/>
          </a:xfrm>
          <a:prstGeom prst="rect">
            <a:avLst/>
          </a:prstGeom>
          <a:solidFill>
            <a:schemeClr val="tx1">
              <a:lumMod val="85000"/>
              <a:lumOff val="1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pic>
        <p:nvPicPr>
          <p:cNvPr id="1026" name="Picture 2" descr="Image result for AIUB logo">
            <a:extLst>
              <a:ext uri="{FF2B5EF4-FFF2-40B4-BE49-F238E27FC236}">
                <a16:creationId xmlns:a16="http://schemas.microsoft.com/office/drawing/2014/main" id="{CF3BFD94-6180-4B73-8361-A4B02BAD1757}"/>
              </a:ext>
            </a:extLst>
          </p:cNvPr>
          <p:cNvPicPr>
            <a:picLocks noChangeAspect="1" noChangeArrowheads="1"/>
          </p:cNvPicPr>
          <p:nvPr userDrawn="1"/>
        </p:nvPicPr>
        <p:blipFill>
          <a:blip r:embed="rId2" cstate="email">
            <a:extLst>
              <a:ext uri="{28A0092B-C50C-407E-A947-70E740481C1C}">
                <a14:useLocalDpi xmlns:a14="http://schemas.microsoft.com/office/drawing/2010/main" val="0"/>
              </a:ext>
            </a:extLst>
          </a:blip>
          <a:srcRect/>
          <a:stretch>
            <a:fillRect/>
          </a:stretch>
        </p:blipFill>
        <p:spPr bwMode="auto">
          <a:xfrm>
            <a:off x="7438596" y="459899"/>
            <a:ext cx="1419654" cy="1428527"/>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7" name="Rectangle 6"/>
          <p:cNvSpPr/>
          <p:nvPr/>
        </p:nvSpPr>
        <p:spPr>
          <a:xfrm>
            <a:off x="284163" y="455773"/>
            <a:ext cx="8574087" cy="1133949"/>
          </a:xfrm>
          <a:prstGeom prst="rect">
            <a:avLst/>
          </a:prstGeom>
          <a:solidFill>
            <a:schemeClr val="tx1">
              <a:lumMod val="85000"/>
              <a:lumOff val="1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nvGrpSpPr>
          <p:cNvPr id="8" name="Group 7"/>
          <p:cNvGrpSpPr/>
          <p:nvPr/>
        </p:nvGrpSpPr>
        <p:grpSpPr>
          <a:xfrm>
            <a:off x="284163" y="1577847"/>
            <a:ext cx="8576373" cy="137411"/>
            <a:chOff x="284163" y="1577847"/>
            <a:chExt cx="8576373" cy="137411"/>
          </a:xfrm>
        </p:grpSpPr>
        <p:sp>
          <p:nvSpPr>
            <p:cNvPr id="9" name="Rectangle 8"/>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0" name="Rectangle 9"/>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1" name="Rectangle 10"/>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
        <p:nvSpPr>
          <p:cNvPr id="2" name="Title 1"/>
          <p:cNvSpPr>
            <a:spLocks noGrp="1"/>
          </p:cNvSpPr>
          <p:nvPr>
            <p:ph type="title"/>
          </p:nvPr>
        </p:nvSpPr>
        <p:spPr/>
        <p:txBody>
          <a:bodyPr/>
          <a:lstStyle/>
          <a:p>
            <a:r>
              <a:rPr lang="fi-FI"/>
              <a:t>Click to edit Master title style</a:t>
            </a:r>
            <a:endParaRPr/>
          </a:p>
        </p:txBody>
      </p:sp>
      <p:sp>
        <p:nvSpPr>
          <p:cNvPr id="3" name="Content Placeholder 2"/>
          <p:cNvSpPr>
            <a:spLocks noGrp="1"/>
          </p:cNvSpPr>
          <p:nvPr>
            <p:ph idx="1"/>
          </p:nvPr>
        </p:nvSpPr>
        <p:spPr/>
        <p:txBody>
          <a:bodyPr/>
          <a:lstStyle>
            <a:lvl5pPr>
              <a:defRPr/>
            </a:lvl5pPr>
          </a:lstStyle>
          <a:p>
            <a:pPr lvl="0"/>
            <a:r>
              <a:rPr lang="fi-FI"/>
              <a:t>Click to edit Master text styles</a:t>
            </a:r>
          </a:p>
          <a:p>
            <a:pPr lvl="1"/>
            <a:r>
              <a:rPr lang="fi-FI"/>
              <a:t>Second level</a:t>
            </a:r>
          </a:p>
          <a:p>
            <a:pPr lvl="2"/>
            <a:r>
              <a:rPr lang="fi-FI"/>
              <a:t>Third level</a:t>
            </a:r>
          </a:p>
          <a:p>
            <a:pPr lvl="3"/>
            <a:r>
              <a:rPr lang="fi-FI"/>
              <a:t>Fourth level</a:t>
            </a:r>
          </a:p>
          <a:p>
            <a:pPr lvl="4"/>
            <a:r>
              <a:rPr lang="fi-FI"/>
              <a:t>Fifth level</a:t>
            </a:r>
            <a:endParaRPr dirty="0"/>
          </a:p>
        </p:txBody>
      </p:sp>
      <p:sp>
        <p:nvSpPr>
          <p:cNvPr id="4" name="Date Placeholder 3"/>
          <p:cNvSpPr>
            <a:spLocks noGrp="1"/>
          </p:cNvSpPr>
          <p:nvPr>
            <p:ph type="dt" sz="half" idx="10"/>
          </p:nvPr>
        </p:nvSpPr>
        <p:spPr/>
        <p:txBody>
          <a:bodyPr/>
          <a:lstStyle/>
          <a:p>
            <a:fld id="{4251665B-C24A-4702-B522-6A4334602E03}" type="datetimeFigureOut">
              <a:rPr lang="en-US" smtClean="0"/>
              <a:t>7/13/2025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FD889E0-CAB2-4699-909D-B9A88D47ACBE}" type="slidenum">
              <a:rPr lang="en-US" smtClean="0"/>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Title Slide with Picture">
    <p:spTree>
      <p:nvGrpSpPr>
        <p:cNvPr id="1" name=""/>
        <p:cNvGrpSpPr/>
        <p:nvPr/>
      </p:nvGrpSpPr>
      <p:grpSpPr>
        <a:xfrm>
          <a:off x="0" y="0"/>
          <a:ext cx="0" cy="0"/>
          <a:chOff x="0" y="0"/>
          <a:chExt cx="0" cy="0"/>
        </a:xfrm>
      </p:grpSpPr>
      <p:sp>
        <p:nvSpPr>
          <p:cNvPr id="18" name="Rectangle 17"/>
          <p:cNvSpPr/>
          <p:nvPr/>
        </p:nvSpPr>
        <p:spPr>
          <a:xfrm>
            <a:off x="284163" y="444728"/>
            <a:ext cx="8574087" cy="1468437"/>
          </a:xfrm>
          <a:prstGeom prst="rect">
            <a:avLst/>
          </a:prstGeom>
          <a:solidFill>
            <a:schemeClr val="tx1">
              <a:lumMod val="85000"/>
              <a:lumOff val="15000"/>
              <a:alpha val="85000"/>
            </a:schemeClr>
          </a:solidFill>
        </p:spPr>
        <p:txBody>
          <a:bodyPr vert="horz" lIns="91440" tIns="45720" rIns="182880" bIns="365760" rtlCol="0" anchor="b" anchorCtr="0">
            <a:normAutofit/>
          </a:bodyPr>
          <a:lstStyle/>
          <a:p>
            <a:pPr algn="l" defTabSz="914400" rtl="0" eaLnBrk="1" latinLnBrk="0" hangingPunct="1">
              <a:spcBef>
                <a:spcPct val="0"/>
              </a:spcBef>
              <a:buNone/>
            </a:pPr>
            <a:endParaRPr sz="4200" kern="1200">
              <a:solidFill>
                <a:schemeClr val="bg1"/>
              </a:solidFill>
              <a:latin typeface="+mj-lt"/>
              <a:ea typeface="+mj-ea"/>
              <a:cs typeface="+mj-cs"/>
            </a:endParaRPr>
          </a:p>
        </p:txBody>
      </p:sp>
      <p:sp>
        <p:nvSpPr>
          <p:cNvPr id="4" name="Date Placeholder 3"/>
          <p:cNvSpPr>
            <a:spLocks noGrp="1"/>
          </p:cNvSpPr>
          <p:nvPr>
            <p:ph type="dt" sz="half" idx="10"/>
          </p:nvPr>
        </p:nvSpPr>
        <p:spPr/>
        <p:txBody>
          <a:bodyPr/>
          <a:lstStyle/>
          <a:p>
            <a:fld id="{4251665B-C24A-4702-B522-6A4334602E03}" type="datetimeFigureOut">
              <a:rPr lang="en-US" smtClean="0"/>
              <a:t>7/13/2025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FD889E0-CAB2-4699-909D-B9A88D47ACBE}" type="slidenum">
              <a:rPr lang="en-US" smtClean="0"/>
              <a:t>‹#›</a:t>
            </a:fld>
            <a:endParaRPr lang="en-US"/>
          </a:p>
        </p:txBody>
      </p:sp>
      <p:sp>
        <p:nvSpPr>
          <p:cNvPr id="8" name="Picture Placeholder 7"/>
          <p:cNvSpPr>
            <a:spLocks noGrp="1"/>
          </p:cNvSpPr>
          <p:nvPr>
            <p:ph type="pic" sz="quarter" idx="13"/>
          </p:nvPr>
        </p:nvSpPr>
        <p:spPr>
          <a:xfrm>
            <a:off x="284162" y="2017058"/>
            <a:ext cx="8574087" cy="4377391"/>
          </a:xfrm>
        </p:spPr>
        <p:txBody>
          <a:bodyPr/>
          <a:lstStyle>
            <a:lvl1pPr>
              <a:buNone/>
              <a:defRPr/>
            </a:lvl1pPr>
          </a:lstStyle>
          <a:p>
            <a:r>
              <a:rPr lang="fi-FI"/>
              <a:t>Drag picture to placeholder or click icon to add</a:t>
            </a:r>
            <a:endParaRPr/>
          </a:p>
        </p:txBody>
      </p:sp>
      <p:sp>
        <p:nvSpPr>
          <p:cNvPr id="3" name="Subtitle 2"/>
          <p:cNvSpPr>
            <a:spLocks noGrp="1"/>
          </p:cNvSpPr>
          <p:nvPr>
            <p:ph type="subTitle" idx="1"/>
          </p:nvPr>
        </p:nvSpPr>
        <p:spPr>
          <a:xfrm>
            <a:off x="472420" y="1532965"/>
            <a:ext cx="7754284" cy="484094"/>
          </a:xfrm>
        </p:spPr>
        <p:txBody>
          <a:bodyPr>
            <a:normAutofit/>
          </a:bodyPr>
          <a:lstStyle>
            <a:lvl1pPr marL="0" indent="0" algn="l">
              <a:lnSpc>
                <a:spcPct val="100000"/>
              </a:lnSpc>
              <a:spcBef>
                <a:spcPts val="0"/>
              </a:spcBef>
              <a:buNone/>
              <a:defRPr sz="1800">
                <a:solidFill>
                  <a:schemeClr val="bg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fi-FI"/>
              <a:t>Click to edit Master subtitle style</a:t>
            </a:r>
            <a:endParaRPr dirty="0"/>
          </a:p>
        </p:txBody>
      </p:sp>
      <p:grpSp>
        <p:nvGrpSpPr>
          <p:cNvPr id="7" name="Group 16"/>
          <p:cNvGrpSpPr/>
          <p:nvPr/>
        </p:nvGrpSpPr>
        <p:grpSpPr>
          <a:xfrm>
            <a:off x="284163" y="1906542"/>
            <a:ext cx="8576373" cy="137411"/>
            <a:chOff x="284163" y="1759424"/>
            <a:chExt cx="8576373" cy="137411"/>
          </a:xfrm>
        </p:grpSpPr>
        <p:sp>
          <p:nvSpPr>
            <p:cNvPr id="11" name="Rectangle 10"/>
            <p:cNvSpPr/>
            <p:nvPr/>
          </p:nvSpPr>
          <p:spPr>
            <a:xfrm>
              <a:off x="284163" y="1759424"/>
              <a:ext cx="2743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2" name="Rectangle 11"/>
            <p:cNvSpPr/>
            <p:nvPr/>
          </p:nvSpPr>
          <p:spPr>
            <a:xfrm>
              <a:off x="3026392" y="1759424"/>
              <a:ext cx="1600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3" name="Rectangle 12"/>
            <p:cNvSpPr/>
            <p:nvPr/>
          </p:nvSpPr>
          <p:spPr>
            <a:xfrm>
              <a:off x="4626864" y="1759424"/>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
        <p:nvSpPr>
          <p:cNvPr id="19" name="TextBox 18"/>
          <p:cNvSpPr txBox="1"/>
          <p:nvPr/>
        </p:nvSpPr>
        <p:spPr>
          <a:xfrm>
            <a:off x="8230889" y="444728"/>
            <a:ext cx="587020" cy="646331"/>
          </a:xfrm>
          <a:prstGeom prst="rect">
            <a:avLst/>
          </a:prstGeom>
          <a:noFill/>
        </p:spPr>
        <p:txBody>
          <a:bodyPr wrap="none" rtlCol="0">
            <a:spAutoFit/>
          </a:bodyPr>
          <a:lstStyle/>
          <a:p>
            <a:r>
              <a:rPr sz="3600">
                <a:solidFill>
                  <a:schemeClr val="bg1"/>
                </a:solidFill>
                <a:sym typeface="Wingdings"/>
              </a:rPr>
              <a:t></a:t>
            </a:r>
            <a:endParaRPr sz="3600">
              <a:solidFill>
                <a:schemeClr val="bg1"/>
              </a:solidFill>
            </a:endParaRPr>
          </a:p>
        </p:txBody>
      </p:sp>
      <p:sp>
        <p:nvSpPr>
          <p:cNvPr id="2" name="Title 1"/>
          <p:cNvSpPr>
            <a:spLocks noGrp="1"/>
          </p:cNvSpPr>
          <p:nvPr>
            <p:ph type="ctrTitle"/>
          </p:nvPr>
        </p:nvSpPr>
        <p:spPr>
          <a:xfrm>
            <a:off x="418633" y="444728"/>
            <a:ext cx="7810967" cy="1088237"/>
          </a:xfrm>
          <a:noFill/>
        </p:spPr>
        <p:txBody>
          <a:bodyPr bIns="45720" anchor="b" anchorCtr="0">
            <a:normAutofit/>
          </a:bodyPr>
          <a:lstStyle>
            <a:lvl1pPr algn="l">
              <a:lnSpc>
                <a:spcPts val="4600"/>
              </a:lnSpc>
              <a:defRPr/>
            </a:lvl1pPr>
          </a:lstStyle>
          <a:p>
            <a:r>
              <a:rPr lang="fi-FI"/>
              <a:t>Click to edit Master title style</a:t>
            </a:r>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8" name="Rectangle 7"/>
          <p:cNvSpPr/>
          <p:nvPr/>
        </p:nvSpPr>
        <p:spPr>
          <a:xfrm>
            <a:off x="284163" y="4801575"/>
            <a:ext cx="8574087" cy="1468437"/>
          </a:xfrm>
          <a:prstGeom prst="rect">
            <a:avLst/>
          </a:prstGeom>
          <a:solidFill>
            <a:schemeClr val="tx1">
              <a:lumMod val="85000"/>
              <a:lumOff val="15000"/>
              <a:alpha val="85000"/>
            </a:schemeClr>
          </a:solidFill>
        </p:spPr>
        <p:txBody>
          <a:bodyPr vert="horz" lIns="91440" tIns="45720" rIns="182880" bIns="365760" rtlCol="0" anchor="b" anchorCtr="0">
            <a:normAutofit/>
          </a:bodyPr>
          <a:lstStyle/>
          <a:p>
            <a:pPr algn="l" defTabSz="914400" rtl="0" eaLnBrk="1" latinLnBrk="0" hangingPunct="1">
              <a:spcBef>
                <a:spcPct val="0"/>
              </a:spcBef>
              <a:buNone/>
            </a:pPr>
            <a:endParaRPr sz="4200" kern="1200">
              <a:solidFill>
                <a:schemeClr val="bg1"/>
              </a:solidFill>
              <a:latin typeface="+mj-lt"/>
              <a:ea typeface="+mj-ea"/>
              <a:cs typeface="+mj-cs"/>
            </a:endParaRPr>
          </a:p>
        </p:txBody>
      </p:sp>
      <p:grpSp>
        <p:nvGrpSpPr>
          <p:cNvPr id="9" name="Group 8"/>
          <p:cNvGrpSpPr/>
          <p:nvPr/>
        </p:nvGrpSpPr>
        <p:grpSpPr>
          <a:xfrm>
            <a:off x="284163" y="6263389"/>
            <a:ext cx="8576373" cy="137411"/>
            <a:chOff x="284163" y="1759424"/>
            <a:chExt cx="8576373" cy="137411"/>
          </a:xfrm>
        </p:grpSpPr>
        <p:sp>
          <p:nvSpPr>
            <p:cNvPr id="10" name="Rectangle 9"/>
            <p:cNvSpPr/>
            <p:nvPr/>
          </p:nvSpPr>
          <p:spPr>
            <a:xfrm>
              <a:off x="284163" y="1759424"/>
              <a:ext cx="2743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1" name="Rectangle 10"/>
            <p:cNvSpPr/>
            <p:nvPr/>
          </p:nvSpPr>
          <p:spPr>
            <a:xfrm>
              <a:off x="3026392" y="1759424"/>
              <a:ext cx="1600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2" name="Rectangle 11"/>
            <p:cNvSpPr/>
            <p:nvPr/>
          </p:nvSpPr>
          <p:spPr>
            <a:xfrm>
              <a:off x="4626864" y="1759424"/>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
        <p:nvSpPr>
          <p:cNvPr id="13" name="TextBox 12"/>
          <p:cNvSpPr txBox="1"/>
          <p:nvPr/>
        </p:nvSpPr>
        <p:spPr>
          <a:xfrm>
            <a:off x="8230889" y="4801575"/>
            <a:ext cx="587020" cy="646331"/>
          </a:xfrm>
          <a:prstGeom prst="rect">
            <a:avLst/>
          </a:prstGeom>
          <a:noFill/>
        </p:spPr>
        <p:txBody>
          <a:bodyPr wrap="none" rtlCol="0">
            <a:spAutoFit/>
          </a:bodyPr>
          <a:lstStyle/>
          <a:p>
            <a:r>
              <a:rPr sz="3600">
                <a:solidFill>
                  <a:schemeClr val="bg1"/>
                </a:solidFill>
                <a:sym typeface="Wingdings"/>
              </a:rPr>
              <a:t></a:t>
            </a:r>
            <a:endParaRPr sz="3600">
              <a:solidFill>
                <a:schemeClr val="bg1"/>
              </a:solidFill>
            </a:endParaRPr>
          </a:p>
        </p:txBody>
      </p:sp>
      <p:sp>
        <p:nvSpPr>
          <p:cNvPr id="2" name="Title 1"/>
          <p:cNvSpPr>
            <a:spLocks noGrp="1"/>
          </p:cNvSpPr>
          <p:nvPr>
            <p:ph type="title"/>
          </p:nvPr>
        </p:nvSpPr>
        <p:spPr>
          <a:xfrm>
            <a:off x="429768" y="4814125"/>
            <a:ext cx="7772400" cy="1051560"/>
          </a:xfrm>
          <a:noFill/>
        </p:spPr>
        <p:txBody>
          <a:bodyPr vert="horz" lIns="91440" tIns="45720" rIns="91440" bIns="45720" rtlCol="0" anchor="b" anchorCtr="0">
            <a:normAutofit/>
          </a:bodyPr>
          <a:lstStyle>
            <a:lvl1pPr algn="l" defTabSz="914400" rtl="0" eaLnBrk="1" latinLnBrk="0" hangingPunct="1">
              <a:spcBef>
                <a:spcPct val="0"/>
              </a:spcBef>
              <a:buNone/>
              <a:defRPr sz="4200" b="0" i="0" kern="1200" cap="none" baseline="0">
                <a:solidFill>
                  <a:schemeClr val="bg1"/>
                </a:solidFill>
                <a:latin typeface="+mj-lt"/>
                <a:ea typeface="+mj-ea"/>
                <a:cs typeface="+mj-cs"/>
              </a:defRPr>
            </a:lvl1pPr>
          </a:lstStyle>
          <a:p>
            <a:r>
              <a:rPr lang="fi-FI"/>
              <a:t>Click to edit Master title style</a:t>
            </a:r>
            <a:endParaRPr/>
          </a:p>
        </p:txBody>
      </p:sp>
      <p:sp>
        <p:nvSpPr>
          <p:cNvPr id="3" name="Text Placeholder 2"/>
          <p:cNvSpPr>
            <a:spLocks noGrp="1"/>
          </p:cNvSpPr>
          <p:nvPr>
            <p:ph type="body" idx="1"/>
          </p:nvPr>
        </p:nvSpPr>
        <p:spPr>
          <a:xfrm>
            <a:off x="475488" y="5861304"/>
            <a:ext cx="7735824" cy="402336"/>
          </a:xfrm>
        </p:spPr>
        <p:txBody>
          <a:bodyPr vert="horz" lIns="91440" tIns="45720" rIns="91440" bIns="45720" rtlCol="0" anchor="t" anchorCtr="0">
            <a:normAutofit/>
          </a:bodyPr>
          <a:lstStyle>
            <a:lvl1pPr marL="0" indent="0">
              <a:spcBef>
                <a:spcPts val="0"/>
              </a:spcBef>
              <a:buNone/>
              <a:defRPr sz="1800" kern="1200">
                <a:solidFill>
                  <a:schemeClr val="bg1"/>
                </a:solidFill>
                <a:latin typeface="+mn-lt"/>
                <a:ea typeface="+mn-ea"/>
                <a:cs typeface="+mn-cs"/>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marL="0" lvl="0" indent="0" algn="l" defTabSz="914400" rtl="0" eaLnBrk="1" latinLnBrk="0" hangingPunct="1">
              <a:spcBef>
                <a:spcPts val="2000"/>
              </a:spcBef>
              <a:buClr>
                <a:schemeClr val="bg1">
                  <a:lumMod val="65000"/>
                </a:schemeClr>
              </a:buClr>
              <a:buSzPct val="90000"/>
              <a:buFont typeface="Wingdings" pitchFamily="2" charset="2"/>
              <a:buNone/>
            </a:pPr>
            <a:r>
              <a:rPr lang="fi-FI"/>
              <a:t>Click to edit Master text styles</a:t>
            </a:r>
          </a:p>
        </p:txBody>
      </p:sp>
      <p:sp>
        <p:nvSpPr>
          <p:cNvPr id="4" name="Date Placeholder 3"/>
          <p:cNvSpPr>
            <a:spLocks noGrp="1"/>
          </p:cNvSpPr>
          <p:nvPr>
            <p:ph type="dt" sz="half" idx="10"/>
          </p:nvPr>
        </p:nvSpPr>
        <p:spPr/>
        <p:txBody>
          <a:bodyPr/>
          <a:lstStyle/>
          <a:p>
            <a:fld id="{4251665B-C24A-4702-B522-6A4334602E03}" type="datetimeFigureOut">
              <a:rPr lang="en-US" smtClean="0"/>
              <a:t>7/13/2025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FD889E0-CAB2-4699-909D-B9A88D47ACBE}" type="slidenum">
              <a:rPr lang="en-US" smtClean="0"/>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Section with Picture">
    <p:spTree>
      <p:nvGrpSpPr>
        <p:cNvPr id="1" name=""/>
        <p:cNvGrpSpPr/>
        <p:nvPr/>
      </p:nvGrpSpPr>
      <p:grpSpPr>
        <a:xfrm>
          <a:off x="0" y="0"/>
          <a:ext cx="0" cy="0"/>
          <a:chOff x="0" y="0"/>
          <a:chExt cx="0" cy="0"/>
        </a:xfrm>
      </p:grpSpPr>
      <p:sp>
        <p:nvSpPr>
          <p:cNvPr id="13" name="Picture Placeholder 7"/>
          <p:cNvSpPr>
            <a:spLocks noGrp="1"/>
          </p:cNvSpPr>
          <p:nvPr>
            <p:ph type="pic" sz="quarter" idx="13"/>
          </p:nvPr>
        </p:nvSpPr>
        <p:spPr>
          <a:xfrm>
            <a:off x="284162" y="443754"/>
            <a:ext cx="8574087" cy="4370293"/>
          </a:xfrm>
        </p:spPr>
        <p:txBody>
          <a:bodyPr/>
          <a:lstStyle>
            <a:lvl1pPr>
              <a:buNone/>
              <a:defRPr/>
            </a:lvl1pPr>
          </a:lstStyle>
          <a:p>
            <a:r>
              <a:rPr lang="fi-FI"/>
              <a:t>Drag picture to placeholder or click icon to add</a:t>
            </a:r>
            <a:endParaRPr/>
          </a:p>
        </p:txBody>
      </p:sp>
      <p:sp>
        <p:nvSpPr>
          <p:cNvPr id="4" name="Date Placeholder 3"/>
          <p:cNvSpPr>
            <a:spLocks noGrp="1"/>
          </p:cNvSpPr>
          <p:nvPr>
            <p:ph type="dt" sz="half" idx="10"/>
          </p:nvPr>
        </p:nvSpPr>
        <p:spPr/>
        <p:txBody>
          <a:bodyPr/>
          <a:lstStyle/>
          <a:p>
            <a:fld id="{4251665B-C24A-4702-B522-6A4334602E03}" type="datetimeFigureOut">
              <a:rPr lang="en-US" smtClean="0"/>
              <a:t>7/13/2025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FD889E0-CAB2-4699-909D-B9A88D47ACBE}" type="slidenum">
              <a:rPr lang="en-US" smtClean="0"/>
              <a:t>‹#›</a:t>
            </a:fld>
            <a:endParaRPr lang="en-US"/>
          </a:p>
        </p:txBody>
      </p:sp>
      <p:sp>
        <p:nvSpPr>
          <p:cNvPr id="7" name="Rectangle 6"/>
          <p:cNvSpPr/>
          <p:nvPr/>
        </p:nvSpPr>
        <p:spPr>
          <a:xfrm>
            <a:off x="284163" y="4801575"/>
            <a:ext cx="8574087" cy="1468437"/>
          </a:xfrm>
          <a:prstGeom prst="rect">
            <a:avLst/>
          </a:prstGeom>
          <a:solidFill>
            <a:schemeClr val="tx1">
              <a:lumMod val="85000"/>
              <a:lumOff val="15000"/>
              <a:alpha val="85000"/>
            </a:schemeClr>
          </a:solidFill>
        </p:spPr>
        <p:txBody>
          <a:bodyPr vert="horz" lIns="91440" tIns="45720" rIns="182880" bIns="365760" rtlCol="0" anchor="b" anchorCtr="0">
            <a:normAutofit/>
          </a:bodyPr>
          <a:lstStyle/>
          <a:p>
            <a:pPr algn="l" defTabSz="914400" rtl="0" eaLnBrk="1" latinLnBrk="0" hangingPunct="1">
              <a:spcBef>
                <a:spcPct val="0"/>
              </a:spcBef>
              <a:buNone/>
            </a:pPr>
            <a:endParaRPr sz="4200" kern="1200">
              <a:solidFill>
                <a:schemeClr val="bg1"/>
              </a:solidFill>
              <a:latin typeface="+mj-lt"/>
              <a:ea typeface="+mj-ea"/>
              <a:cs typeface="+mj-cs"/>
            </a:endParaRPr>
          </a:p>
        </p:txBody>
      </p:sp>
      <p:grpSp>
        <p:nvGrpSpPr>
          <p:cNvPr id="8" name="Group 7"/>
          <p:cNvGrpSpPr/>
          <p:nvPr/>
        </p:nvGrpSpPr>
        <p:grpSpPr>
          <a:xfrm>
            <a:off x="284163" y="6263389"/>
            <a:ext cx="8576373" cy="137411"/>
            <a:chOff x="284163" y="1759424"/>
            <a:chExt cx="8576373" cy="137411"/>
          </a:xfrm>
        </p:grpSpPr>
        <p:sp>
          <p:nvSpPr>
            <p:cNvPr id="9" name="Rectangle 8"/>
            <p:cNvSpPr/>
            <p:nvPr/>
          </p:nvSpPr>
          <p:spPr>
            <a:xfrm>
              <a:off x="284163" y="1759424"/>
              <a:ext cx="2743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0" name="Rectangle 9"/>
            <p:cNvSpPr/>
            <p:nvPr/>
          </p:nvSpPr>
          <p:spPr>
            <a:xfrm>
              <a:off x="3026392" y="1759424"/>
              <a:ext cx="1600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1" name="Rectangle 10"/>
            <p:cNvSpPr/>
            <p:nvPr/>
          </p:nvSpPr>
          <p:spPr>
            <a:xfrm>
              <a:off x="4626864" y="1759424"/>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
        <p:nvSpPr>
          <p:cNvPr id="12" name="TextBox 11"/>
          <p:cNvSpPr txBox="1"/>
          <p:nvPr/>
        </p:nvSpPr>
        <p:spPr>
          <a:xfrm>
            <a:off x="8230889" y="4801575"/>
            <a:ext cx="587020" cy="646331"/>
          </a:xfrm>
          <a:prstGeom prst="rect">
            <a:avLst/>
          </a:prstGeom>
          <a:noFill/>
        </p:spPr>
        <p:txBody>
          <a:bodyPr wrap="none" rtlCol="0">
            <a:spAutoFit/>
          </a:bodyPr>
          <a:lstStyle/>
          <a:p>
            <a:r>
              <a:rPr sz="3600">
                <a:solidFill>
                  <a:schemeClr val="bg1"/>
                </a:solidFill>
                <a:sym typeface="Wingdings"/>
              </a:rPr>
              <a:t></a:t>
            </a:r>
            <a:endParaRPr sz="3600">
              <a:solidFill>
                <a:schemeClr val="bg1"/>
              </a:solidFill>
            </a:endParaRPr>
          </a:p>
        </p:txBody>
      </p:sp>
      <p:sp>
        <p:nvSpPr>
          <p:cNvPr id="2" name="Title 1"/>
          <p:cNvSpPr>
            <a:spLocks noGrp="1"/>
          </p:cNvSpPr>
          <p:nvPr>
            <p:ph type="title"/>
          </p:nvPr>
        </p:nvSpPr>
        <p:spPr>
          <a:xfrm>
            <a:off x="430306" y="4814047"/>
            <a:ext cx="7772400" cy="1048871"/>
          </a:xfrm>
          <a:noFill/>
        </p:spPr>
        <p:txBody>
          <a:bodyPr anchor="b" anchorCtr="0">
            <a:normAutofit/>
          </a:bodyPr>
          <a:lstStyle>
            <a:lvl1pPr algn="l">
              <a:defRPr sz="4200" b="0" i="0" cap="none" baseline="0"/>
            </a:lvl1pPr>
          </a:lstStyle>
          <a:p>
            <a:r>
              <a:rPr lang="fi-FI"/>
              <a:t>Click to edit Master title style</a:t>
            </a:r>
            <a:endParaRPr/>
          </a:p>
        </p:txBody>
      </p:sp>
      <p:sp>
        <p:nvSpPr>
          <p:cNvPr id="3" name="Text Placeholder 2"/>
          <p:cNvSpPr>
            <a:spLocks noGrp="1"/>
          </p:cNvSpPr>
          <p:nvPr>
            <p:ph type="body" idx="1"/>
          </p:nvPr>
        </p:nvSpPr>
        <p:spPr>
          <a:xfrm>
            <a:off x="470647" y="5862918"/>
            <a:ext cx="7732059" cy="403412"/>
          </a:xfrm>
        </p:spPr>
        <p:txBody>
          <a:bodyPr anchor="t" anchorCtr="0">
            <a:normAutofit/>
          </a:bodyPr>
          <a:lstStyle>
            <a:lvl1pPr marL="0" indent="0">
              <a:spcBef>
                <a:spcPts val="0"/>
              </a:spcBef>
              <a:buNone/>
              <a:defRPr sz="1800">
                <a:solidFill>
                  <a:schemeClr val="bg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fi-FI"/>
              <a:t>Click to edit Master text styles</a:t>
            </a: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Rectangle 7"/>
          <p:cNvSpPr/>
          <p:nvPr/>
        </p:nvSpPr>
        <p:spPr>
          <a:xfrm>
            <a:off x="284163" y="455773"/>
            <a:ext cx="8574087" cy="1133949"/>
          </a:xfrm>
          <a:prstGeom prst="rect">
            <a:avLst/>
          </a:prstGeom>
          <a:solidFill>
            <a:schemeClr val="tx1">
              <a:lumMod val="85000"/>
              <a:lumOff val="1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nvGrpSpPr>
          <p:cNvPr id="9" name="Group 8"/>
          <p:cNvGrpSpPr/>
          <p:nvPr/>
        </p:nvGrpSpPr>
        <p:grpSpPr>
          <a:xfrm>
            <a:off x="284163" y="1577847"/>
            <a:ext cx="8576373" cy="137411"/>
            <a:chOff x="284163" y="1577847"/>
            <a:chExt cx="8576373" cy="137411"/>
          </a:xfrm>
        </p:grpSpPr>
        <p:sp>
          <p:nvSpPr>
            <p:cNvPr id="10" name="Rectangle 9"/>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1" name="Rectangle 10"/>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2" name="Rectangle 11"/>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
        <p:nvSpPr>
          <p:cNvPr id="2" name="Title 1"/>
          <p:cNvSpPr>
            <a:spLocks noGrp="1"/>
          </p:cNvSpPr>
          <p:nvPr>
            <p:ph type="title"/>
          </p:nvPr>
        </p:nvSpPr>
        <p:spPr/>
        <p:txBody>
          <a:bodyPr/>
          <a:lstStyle/>
          <a:p>
            <a:r>
              <a:rPr lang="fi-FI"/>
              <a:t>Click to edit Master title style</a:t>
            </a:r>
            <a:endParaRPr/>
          </a:p>
        </p:txBody>
      </p:sp>
      <p:sp>
        <p:nvSpPr>
          <p:cNvPr id="3" name="Content Placeholder 2"/>
          <p:cNvSpPr>
            <a:spLocks noGrp="1"/>
          </p:cNvSpPr>
          <p:nvPr>
            <p:ph sz="half" idx="1"/>
          </p:nvPr>
        </p:nvSpPr>
        <p:spPr>
          <a:xfrm>
            <a:off x="403412" y="2151063"/>
            <a:ext cx="3931920" cy="3975100"/>
          </a:xfrm>
        </p:spPr>
        <p:txBody>
          <a:bodyPr>
            <a:normAutofit/>
          </a:bodyPr>
          <a:lstStyle>
            <a:lvl1pPr>
              <a:defRPr sz="2200"/>
            </a:lvl1pPr>
            <a:lvl2pPr>
              <a:defRPr sz="2000"/>
            </a:lvl2pPr>
            <a:lvl3pPr>
              <a:defRPr sz="1800"/>
            </a:lvl3pPr>
            <a:lvl4pPr>
              <a:defRPr sz="1800"/>
            </a:lvl4pPr>
            <a:lvl5pPr>
              <a:defRPr sz="1800"/>
            </a:lvl5pPr>
            <a:lvl6pPr>
              <a:defRPr sz="1800"/>
            </a:lvl6pPr>
            <a:lvl7pPr>
              <a:defRPr sz="1800"/>
            </a:lvl7pPr>
            <a:lvl8pPr>
              <a:defRPr sz="1800"/>
            </a:lvl8pPr>
            <a:lvl9pPr>
              <a:defRPr sz="1800"/>
            </a:lvl9pPr>
          </a:lstStyle>
          <a:p>
            <a:pPr lvl="0"/>
            <a:r>
              <a:rPr lang="fi-FI"/>
              <a:t>Click to edit Master text styles</a:t>
            </a:r>
          </a:p>
          <a:p>
            <a:pPr lvl="1"/>
            <a:r>
              <a:rPr lang="fi-FI"/>
              <a:t>Second level</a:t>
            </a:r>
          </a:p>
          <a:p>
            <a:pPr lvl="2"/>
            <a:r>
              <a:rPr lang="fi-FI"/>
              <a:t>Third level</a:t>
            </a:r>
          </a:p>
          <a:p>
            <a:pPr lvl="3"/>
            <a:r>
              <a:rPr lang="fi-FI"/>
              <a:t>Fourth level</a:t>
            </a:r>
          </a:p>
          <a:p>
            <a:pPr lvl="4"/>
            <a:r>
              <a:rPr lang="fi-FI"/>
              <a:t>Fifth level</a:t>
            </a:r>
            <a:endParaRPr dirty="0"/>
          </a:p>
        </p:txBody>
      </p:sp>
      <p:sp>
        <p:nvSpPr>
          <p:cNvPr id="4" name="Content Placeholder 3"/>
          <p:cNvSpPr>
            <a:spLocks noGrp="1"/>
          </p:cNvSpPr>
          <p:nvPr>
            <p:ph sz="half" idx="2"/>
          </p:nvPr>
        </p:nvSpPr>
        <p:spPr>
          <a:xfrm>
            <a:off x="4778188" y="2151063"/>
            <a:ext cx="3931920" cy="3975100"/>
          </a:xfrm>
        </p:spPr>
        <p:txBody>
          <a:bodyPr>
            <a:normAutofit/>
          </a:bodyPr>
          <a:lstStyle>
            <a:lvl1pPr>
              <a:defRPr sz="2200"/>
            </a:lvl1pPr>
            <a:lvl2pPr>
              <a:defRPr sz="2000"/>
            </a:lvl2pPr>
            <a:lvl3pPr>
              <a:defRPr sz="1800"/>
            </a:lvl3pPr>
            <a:lvl4pPr>
              <a:defRPr sz="1800"/>
            </a:lvl4pPr>
            <a:lvl5pPr>
              <a:defRPr sz="1800"/>
            </a:lvl5pPr>
            <a:lvl6pPr>
              <a:defRPr sz="1800"/>
            </a:lvl6pPr>
            <a:lvl7pPr>
              <a:defRPr sz="1800"/>
            </a:lvl7pPr>
            <a:lvl8pPr>
              <a:defRPr sz="1800"/>
            </a:lvl8pPr>
            <a:lvl9pPr>
              <a:defRPr sz="1800"/>
            </a:lvl9pPr>
          </a:lstStyle>
          <a:p>
            <a:pPr lvl="0"/>
            <a:r>
              <a:rPr lang="fi-FI"/>
              <a:t>Click to edit Master text styles</a:t>
            </a:r>
          </a:p>
          <a:p>
            <a:pPr lvl="1"/>
            <a:r>
              <a:rPr lang="fi-FI"/>
              <a:t>Second level</a:t>
            </a:r>
          </a:p>
          <a:p>
            <a:pPr lvl="2"/>
            <a:r>
              <a:rPr lang="fi-FI"/>
              <a:t>Third level</a:t>
            </a:r>
          </a:p>
          <a:p>
            <a:pPr lvl="3"/>
            <a:r>
              <a:rPr lang="fi-FI"/>
              <a:t>Fourth level</a:t>
            </a:r>
          </a:p>
          <a:p>
            <a:pPr lvl="4"/>
            <a:r>
              <a:rPr lang="fi-FI"/>
              <a:t>Fifth level</a:t>
            </a:r>
            <a:endParaRPr dirty="0"/>
          </a:p>
        </p:txBody>
      </p:sp>
      <p:sp>
        <p:nvSpPr>
          <p:cNvPr id="5" name="Date Placeholder 4"/>
          <p:cNvSpPr>
            <a:spLocks noGrp="1"/>
          </p:cNvSpPr>
          <p:nvPr>
            <p:ph type="dt" sz="half" idx="10"/>
          </p:nvPr>
        </p:nvSpPr>
        <p:spPr/>
        <p:txBody>
          <a:bodyPr/>
          <a:lstStyle/>
          <a:p>
            <a:fld id="{4251665B-C24A-4702-B522-6A4334602E03}" type="datetimeFigureOut">
              <a:rPr lang="en-US" smtClean="0"/>
              <a:t>7/13/2025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FD889E0-CAB2-4699-909D-B9A88D47ACBE}" type="slidenum">
              <a:rPr lang="en-US" smtClean="0"/>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Rectangle 9"/>
          <p:cNvSpPr/>
          <p:nvPr/>
        </p:nvSpPr>
        <p:spPr>
          <a:xfrm>
            <a:off x="284163" y="455773"/>
            <a:ext cx="8574087" cy="1133949"/>
          </a:xfrm>
          <a:prstGeom prst="rect">
            <a:avLst/>
          </a:prstGeom>
          <a:solidFill>
            <a:schemeClr val="tx1">
              <a:lumMod val="85000"/>
              <a:lumOff val="1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nvGrpSpPr>
          <p:cNvPr id="11" name="Group 10"/>
          <p:cNvGrpSpPr/>
          <p:nvPr/>
        </p:nvGrpSpPr>
        <p:grpSpPr>
          <a:xfrm>
            <a:off x="284163" y="1577847"/>
            <a:ext cx="8576373" cy="137411"/>
            <a:chOff x="284163" y="1577847"/>
            <a:chExt cx="8576373" cy="137411"/>
          </a:xfrm>
        </p:grpSpPr>
        <p:sp>
          <p:nvSpPr>
            <p:cNvPr id="12" name="Rectangle 11"/>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3" name="Rectangle 12"/>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4" name="Rectangle 13"/>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
        <p:nvSpPr>
          <p:cNvPr id="2" name="Title 1"/>
          <p:cNvSpPr>
            <a:spLocks noGrp="1"/>
          </p:cNvSpPr>
          <p:nvPr>
            <p:ph type="title"/>
          </p:nvPr>
        </p:nvSpPr>
        <p:spPr/>
        <p:txBody>
          <a:bodyPr/>
          <a:lstStyle>
            <a:lvl1pPr>
              <a:defRPr/>
            </a:lvl1pPr>
          </a:lstStyle>
          <a:p>
            <a:r>
              <a:rPr lang="fi-FI"/>
              <a:t>Click to edit Master title style</a:t>
            </a:r>
            <a:endParaRPr/>
          </a:p>
        </p:txBody>
      </p:sp>
      <p:sp>
        <p:nvSpPr>
          <p:cNvPr id="3" name="Text Placeholder 2"/>
          <p:cNvSpPr>
            <a:spLocks noGrp="1"/>
          </p:cNvSpPr>
          <p:nvPr>
            <p:ph type="body" idx="1"/>
          </p:nvPr>
        </p:nvSpPr>
        <p:spPr>
          <a:xfrm>
            <a:off x="403412" y="1735138"/>
            <a:ext cx="3931920" cy="833250"/>
          </a:xfrm>
        </p:spPr>
        <p:txBody>
          <a:bodyPr anchor="b">
            <a:noAutofit/>
          </a:bodyPr>
          <a:lstStyle>
            <a:lvl1pPr marL="0" indent="0" algn="ctr">
              <a:lnSpc>
                <a:spcPct val="100000"/>
              </a:lnSpc>
              <a:spcBef>
                <a:spcPts val="600"/>
              </a:spcBef>
              <a:buNone/>
              <a:defRPr sz="26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i-FI"/>
              <a:t>Click to edit Master text styles</a:t>
            </a:r>
          </a:p>
        </p:txBody>
      </p:sp>
      <p:sp>
        <p:nvSpPr>
          <p:cNvPr id="4" name="Content Placeholder 3"/>
          <p:cNvSpPr>
            <a:spLocks noGrp="1"/>
          </p:cNvSpPr>
          <p:nvPr>
            <p:ph sz="half" idx="2"/>
          </p:nvPr>
        </p:nvSpPr>
        <p:spPr>
          <a:xfrm>
            <a:off x="403412" y="2590800"/>
            <a:ext cx="3931920" cy="3535362"/>
          </a:xfrm>
        </p:spPr>
        <p:txBody>
          <a:bodyPr>
            <a:normAutofit/>
          </a:bodyPr>
          <a:lstStyle>
            <a:lvl1pPr>
              <a:defRPr sz="2200"/>
            </a:lvl1pPr>
            <a:lvl2pPr>
              <a:defRPr sz="2000"/>
            </a:lvl2pPr>
            <a:lvl3pPr>
              <a:defRPr sz="1800"/>
            </a:lvl3pPr>
            <a:lvl4pPr>
              <a:defRPr sz="1800"/>
            </a:lvl4pPr>
            <a:lvl5pPr>
              <a:defRPr sz="1800"/>
            </a:lvl5pPr>
            <a:lvl6pPr>
              <a:defRPr sz="1600"/>
            </a:lvl6pPr>
            <a:lvl7pPr>
              <a:defRPr sz="1600"/>
            </a:lvl7pPr>
            <a:lvl8pPr>
              <a:defRPr sz="1600"/>
            </a:lvl8pPr>
            <a:lvl9pPr>
              <a:defRPr sz="1600"/>
            </a:lvl9pPr>
          </a:lstStyle>
          <a:p>
            <a:pPr lvl="0"/>
            <a:r>
              <a:rPr lang="fi-FI"/>
              <a:t>Click to edit Master text styles</a:t>
            </a:r>
          </a:p>
          <a:p>
            <a:pPr lvl="1"/>
            <a:r>
              <a:rPr lang="fi-FI"/>
              <a:t>Second level</a:t>
            </a:r>
          </a:p>
          <a:p>
            <a:pPr lvl="2"/>
            <a:r>
              <a:rPr lang="fi-FI"/>
              <a:t>Third level</a:t>
            </a:r>
          </a:p>
          <a:p>
            <a:pPr lvl="3"/>
            <a:r>
              <a:rPr lang="fi-FI"/>
              <a:t>Fourth level</a:t>
            </a:r>
          </a:p>
          <a:p>
            <a:pPr lvl="4"/>
            <a:r>
              <a:rPr lang="fi-FI"/>
              <a:t>Fifth level</a:t>
            </a:r>
            <a:endParaRPr dirty="0"/>
          </a:p>
        </p:txBody>
      </p:sp>
      <p:sp>
        <p:nvSpPr>
          <p:cNvPr id="5" name="Text Placeholder 4"/>
          <p:cNvSpPr>
            <a:spLocks noGrp="1"/>
          </p:cNvSpPr>
          <p:nvPr>
            <p:ph type="body" sz="quarter" idx="3"/>
          </p:nvPr>
        </p:nvSpPr>
        <p:spPr>
          <a:xfrm>
            <a:off x="4779495" y="1735138"/>
            <a:ext cx="3931920" cy="833250"/>
          </a:xfrm>
        </p:spPr>
        <p:txBody>
          <a:bodyPr anchor="b">
            <a:noAutofit/>
          </a:bodyPr>
          <a:lstStyle>
            <a:lvl1pPr marL="0" indent="0" algn="ctr">
              <a:lnSpc>
                <a:spcPct val="100000"/>
              </a:lnSpc>
              <a:spcBef>
                <a:spcPts val="600"/>
              </a:spcBef>
              <a:buNone/>
              <a:defRPr sz="2600" b="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i-FI"/>
              <a:t>Click to edit Master text styles</a:t>
            </a:r>
          </a:p>
        </p:txBody>
      </p:sp>
      <p:sp>
        <p:nvSpPr>
          <p:cNvPr id="6" name="Content Placeholder 5"/>
          <p:cNvSpPr>
            <a:spLocks noGrp="1"/>
          </p:cNvSpPr>
          <p:nvPr>
            <p:ph sz="quarter" idx="4"/>
          </p:nvPr>
        </p:nvSpPr>
        <p:spPr>
          <a:xfrm>
            <a:off x="4779495" y="2590800"/>
            <a:ext cx="3931920" cy="3535362"/>
          </a:xfrm>
        </p:spPr>
        <p:txBody>
          <a:bodyPr>
            <a:normAutofit/>
          </a:bodyPr>
          <a:lstStyle>
            <a:lvl1pPr>
              <a:defRPr sz="2200"/>
            </a:lvl1pPr>
            <a:lvl2pPr>
              <a:defRPr sz="2000"/>
            </a:lvl2pPr>
            <a:lvl3pPr>
              <a:defRPr sz="1800"/>
            </a:lvl3pPr>
            <a:lvl4pPr>
              <a:defRPr sz="1800"/>
            </a:lvl4pPr>
            <a:lvl5pPr>
              <a:defRPr sz="1800"/>
            </a:lvl5pPr>
            <a:lvl6pPr>
              <a:defRPr sz="1600"/>
            </a:lvl6pPr>
            <a:lvl7pPr>
              <a:defRPr sz="1600"/>
            </a:lvl7pPr>
            <a:lvl8pPr>
              <a:defRPr sz="1600"/>
            </a:lvl8pPr>
            <a:lvl9pPr>
              <a:defRPr sz="1600"/>
            </a:lvl9pPr>
          </a:lstStyle>
          <a:p>
            <a:pPr lvl="0"/>
            <a:r>
              <a:rPr lang="fi-FI"/>
              <a:t>Click to edit Master text styles</a:t>
            </a:r>
          </a:p>
          <a:p>
            <a:pPr lvl="1"/>
            <a:r>
              <a:rPr lang="fi-FI"/>
              <a:t>Second level</a:t>
            </a:r>
          </a:p>
          <a:p>
            <a:pPr lvl="2"/>
            <a:r>
              <a:rPr lang="fi-FI"/>
              <a:t>Third level</a:t>
            </a:r>
          </a:p>
          <a:p>
            <a:pPr lvl="3"/>
            <a:r>
              <a:rPr lang="fi-FI"/>
              <a:t>Fourth level</a:t>
            </a:r>
          </a:p>
          <a:p>
            <a:pPr lvl="4"/>
            <a:r>
              <a:rPr lang="fi-FI"/>
              <a:t>Fifth level</a:t>
            </a:r>
            <a:endParaRPr dirty="0"/>
          </a:p>
        </p:txBody>
      </p:sp>
      <p:sp>
        <p:nvSpPr>
          <p:cNvPr id="7" name="Date Placeholder 6"/>
          <p:cNvSpPr>
            <a:spLocks noGrp="1"/>
          </p:cNvSpPr>
          <p:nvPr>
            <p:ph type="dt" sz="half" idx="10"/>
          </p:nvPr>
        </p:nvSpPr>
        <p:spPr/>
        <p:txBody>
          <a:bodyPr/>
          <a:lstStyle/>
          <a:p>
            <a:fld id="{4251665B-C24A-4702-B522-6A4334602E03}" type="datetimeFigureOut">
              <a:rPr lang="en-US" smtClean="0"/>
              <a:t>7/13/2025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5FD889E0-CAB2-4699-909D-B9A88D47ACBE}" type="slidenum">
              <a:rPr lang="en-US" smtClean="0"/>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6" name="Rectangle 5"/>
          <p:cNvSpPr/>
          <p:nvPr/>
        </p:nvSpPr>
        <p:spPr>
          <a:xfrm>
            <a:off x="284163" y="455773"/>
            <a:ext cx="8574087" cy="1133949"/>
          </a:xfrm>
          <a:prstGeom prst="rect">
            <a:avLst/>
          </a:prstGeom>
          <a:solidFill>
            <a:schemeClr val="tx1">
              <a:lumMod val="85000"/>
              <a:lumOff val="1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nvGrpSpPr>
          <p:cNvPr id="7" name="Group 6"/>
          <p:cNvGrpSpPr/>
          <p:nvPr/>
        </p:nvGrpSpPr>
        <p:grpSpPr>
          <a:xfrm>
            <a:off x="284163" y="1577847"/>
            <a:ext cx="8576373" cy="137411"/>
            <a:chOff x="284163" y="1577847"/>
            <a:chExt cx="8576373" cy="137411"/>
          </a:xfrm>
        </p:grpSpPr>
        <p:sp>
          <p:nvSpPr>
            <p:cNvPr id="8" name="Rectangle 7"/>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9" name="Rectangle 8"/>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0" name="Rectangle 9"/>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
        <p:nvSpPr>
          <p:cNvPr id="2" name="Title 1"/>
          <p:cNvSpPr>
            <a:spLocks noGrp="1"/>
          </p:cNvSpPr>
          <p:nvPr>
            <p:ph type="title"/>
          </p:nvPr>
        </p:nvSpPr>
        <p:spPr/>
        <p:txBody>
          <a:bodyPr/>
          <a:lstStyle/>
          <a:p>
            <a:r>
              <a:rPr lang="fi-FI"/>
              <a:t>Click to edit Master title style</a:t>
            </a:r>
            <a:endParaRPr/>
          </a:p>
        </p:txBody>
      </p:sp>
      <p:sp>
        <p:nvSpPr>
          <p:cNvPr id="3" name="Date Placeholder 2"/>
          <p:cNvSpPr>
            <a:spLocks noGrp="1"/>
          </p:cNvSpPr>
          <p:nvPr>
            <p:ph type="dt" sz="half" idx="10"/>
          </p:nvPr>
        </p:nvSpPr>
        <p:spPr/>
        <p:txBody>
          <a:bodyPr/>
          <a:lstStyle/>
          <a:p>
            <a:fld id="{4251665B-C24A-4702-B522-6A4334602E03}" type="datetimeFigureOut">
              <a:rPr lang="en-US" smtClean="0"/>
              <a:t>7/13/2025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5FD889E0-CAB2-4699-909D-B9A88D47ACBE}" type="slidenum">
              <a:rPr lang="en-US" smtClean="0"/>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251665B-C24A-4702-B522-6A4334602E03}" type="datetimeFigureOut">
              <a:rPr lang="en-US" smtClean="0"/>
              <a:t>7/13/2025</a:t>
            </a:fld>
            <a:endParaRPr lang="en-US"/>
          </a:p>
        </p:txBody>
      </p:sp>
      <p:sp>
        <p:nvSpPr>
          <p:cNvPr id="3" name="Footer Placeholder 2"/>
          <p:cNvSpPr>
            <a:spLocks noGrp="1"/>
          </p:cNvSpPr>
          <p:nvPr>
            <p:ph type="ftr" sz="quarter" idx="11"/>
          </p:nvPr>
        </p:nvSpPr>
        <p:spPr/>
        <p:txBody>
          <a:bodyPr/>
          <a:lstStyle/>
          <a:p>
            <a:endParaRPr lang="en-US"/>
          </a:p>
        </p:txBody>
      </p:sp>
      <p:grpSp>
        <p:nvGrpSpPr>
          <p:cNvPr id="5" name="Group 4"/>
          <p:cNvGrpSpPr/>
          <p:nvPr/>
        </p:nvGrpSpPr>
        <p:grpSpPr>
          <a:xfrm>
            <a:off x="284164" y="452718"/>
            <a:ext cx="7365210" cy="137411"/>
            <a:chOff x="284163" y="1577847"/>
            <a:chExt cx="8576373" cy="137411"/>
          </a:xfrm>
        </p:grpSpPr>
        <p:sp>
          <p:nvSpPr>
            <p:cNvPr id="6" name="Rectangle 5"/>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7" name="Rectangle 6"/>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8" name="Rectangle 7"/>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pic>
        <p:nvPicPr>
          <p:cNvPr id="2050" name="Picture 2" descr="Image result for AIUB logo">
            <a:extLst>
              <a:ext uri="{FF2B5EF4-FFF2-40B4-BE49-F238E27FC236}">
                <a16:creationId xmlns:a16="http://schemas.microsoft.com/office/drawing/2014/main" id="{C28CB252-6044-4564-B6A7-264FC3396E0A}"/>
              </a:ext>
            </a:extLst>
          </p:cNvPr>
          <p:cNvPicPr>
            <a:picLocks noChangeAspect="1" noChangeArrowheads="1"/>
          </p:cNvPicPr>
          <p:nvPr userDrawn="1"/>
        </p:nvPicPr>
        <p:blipFill>
          <a:blip r:embed="rId2" cstate="email">
            <a:extLst>
              <a:ext uri="{28A0092B-C50C-407E-A947-70E740481C1C}">
                <a14:useLocalDpi xmlns:a14="http://schemas.microsoft.com/office/drawing/2010/main" val="0"/>
              </a:ext>
            </a:extLst>
          </a:blip>
          <a:srcRect/>
          <a:stretch>
            <a:fillRect/>
          </a:stretch>
        </p:blipFill>
        <p:spPr bwMode="auto">
          <a:xfrm>
            <a:off x="7649374" y="55844"/>
            <a:ext cx="1279161" cy="1287156"/>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68941" y="1298762"/>
            <a:ext cx="4069080" cy="1162050"/>
          </a:xfrm>
          <a:noFill/>
        </p:spPr>
        <p:txBody>
          <a:bodyPr anchor="b">
            <a:noAutofit/>
          </a:bodyPr>
          <a:lstStyle>
            <a:lvl1pPr algn="ctr">
              <a:defRPr sz="3200" b="1">
                <a:solidFill>
                  <a:schemeClr val="accent2"/>
                </a:solidFill>
              </a:defRPr>
            </a:lvl1pPr>
          </a:lstStyle>
          <a:p>
            <a:r>
              <a:rPr lang="fi-FI"/>
              <a:t>Click to edit Master title style</a:t>
            </a:r>
            <a:endParaRPr/>
          </a:p>
        </p:txBody>
      </p:sp>
      <p:sp>
        <p:nvSpPr>
          <p:cNvPr id="3" name="Content Placeholder 2"/>
          <p:cNvSpPr>
            <a:spLocks noGrp="1"/>
          </p:cNvSpPr>
          <p:nvPr>
            <p:ph idx="1"/>
          </p:nvPr>
        </p:nvSpPr>
        <p:spPr>
          <a:xfrm>
            <a:off x="4783567" y="914400"/>
            <a:ext cx="4069080" cy="5211763"/>
          </a:xfrm>
        </p:spPr>
        <p:txBody>
          <a:bodyPr>
            <a:normAutofit/>
          </a:bodyPr>
          <a:lstStyle>
            <a:lvl1pPr>
              <a:defRPr sz="2200"/>
            </a:lvl1pPr>
            <a:lvl2pPr>
              <a:defRPr sz="2000"/>
            </a:lvl2pPr>
            <a:lvl3pPr>
              <a:defRPr sz="1800"/>
            </a:lvl3pPr>
            <a:lvl4pPr>
              <a:defRPr sz="1800"/>
            </a:lvl4pPr>
            <a:lvl5pPr>
              <a:defRPr sz="1800"/>
            </a:lvl5pPr>
            <a:lvl6pPr>
              <a:defRPr sz="1800"/>
            </a:lvl6pPr>
            <a:lvl7pPr>
              <a:defRPr sz="1800"/>
            </a:lvl7pPr>
            <a:lvl8pPr>
              <a:defRPr sz="1800"/>
            </a:lvl8pPr>
            <a:lvl9pPr>
              <a:defRPr sz="1800"/>
            </a:lvl9pPr>
          </a:lstStyle>
          <a:p>
            <a:pPr lvl="0"/>
            <a:r>
              <a:rPr lang="fi-FI"/>
              <a:t>Click to edit Master text styles</a:t>
            </a:r>
          </a:p>
          <a:p>
            <a:pPr lvl="1"/>
            <a:r>
              <a:rPr lang="fi-FI"/>
              <a:t>Second level</a:t>
            </a:r>
          </a:p>
          <a:p>
            <a:pPr lvl="2"/>
            <a:r>
              <a:rPr lang="fi-FI"/>
              <a:t>Third level</a:t>
            </a:r>
          </a:p>
          <a:p>
            <a:pPr lvl="3"/>
            <a:r>
              <a:rPr lang="fi-FI"/>
              <a:t>Fourth level</a:t>
            </a:r>
          </a:p>
          <a:p>
            <a:pPr lvl="4"/>
            <a:r>
              <a:rPr lang="fi-FI"/>
              <a:t>Fifth level</a:t>
            </a:r>
            <a:endParaRPr dirty="0"/>
          </a:p>
        </p:txBody>
      </p:sp>
      <p:sp>
        <p:nvSpPr>
          <p:cNvPr id="4" name="Text Placeholder 3"/>
          <p:cNvSpPr>
            <a:spLocks noGrp="1"/>
          </p:cNvSpPr>
          <p:nvPr>
            <p:ph type="body" sz="half" idx="2"/>
          </p:nvPr>
        </p:nvSpPr>
        <p:spPr>
          <a:xfrm>
            <a:off x="268941" y="2456329"/>
            <a:ext cx="4069080" cy="3182472"/>
          </a:xfrm>
        </p:spPr>
        <p:txBody>
          <a:bodyPr>
            <a:normAutofit/>
          </a:bodyPr>
          <a:lstStyle>
            <a:lvl1pPr marL="0" indent="0" algn="ctr">
              <a:spcBef>
                <a:spcPts val="600"/>
              </a:spcBef>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i-FI"/>
              <a:t>Click to edit Master text styles</a:t>
            </a:r>
          </a:p>
        </p:txBody>
      </p:sp>
      <p:sp>
        <p:nvSpPr>
          <p:cNvPr id="5" name="Date Placeholder 4"/>
          <p:cNvSpPr>
            <a:spLocks noGrp="1"/>
          </p:cNvSpPr>
          <p:nvPr>
            <p:ph type="dt" sz="half" idx="10"/>
          </p:nvPr>
        </p:nvSpPr>
        <p:spPr/>
        <p:txBody>
          <a:bodyPr/>
          <a:lstStyle/>
          <a:p>
            <a:fld id="{4251665B-C24A-4702-B522-6A4334602E03}" type="datetimeFigureOut">
              <a:rPr lang="en-US" smtClean="0"/>
              <a:t>7/13/2025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FD889E0-CAB2-4699-909D-B9A88D47ACBE}" type="slidenum">
              <a:rPr lang="en-US" smtClean="0"/>
              <a:t>‹#›</a:t>
            </a:fld>
            <a:endParaRPr lang="en-US"/>
          </a:p>
        </p:txBody>
      </p:sp>
      <p:grpSp>
        <p:nvGrpSpPr>
          <p:cNvPr id="8" name="Group 7"/>
          <p:cNvGrpSpPr/>
          <p:nvPr/>
        </p:nvGrpSpPr>
        <p:grpSpPr>
          <a:xfrm>
            <a:off x="284163" y="452718"/>
            <a:ext cx="8576373" cy="137411"/>
            <a:chOff x="284163" y="1577847"/>
            <a:chExt cx="8576373" cy="137411"/>
          </a:xfrm>
        </p:grpSpPr>
        <p:sp>
          <p:nvSpPr>
            <p:cNvPr id="9" name="Rectangle 8"/>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0" name="Rectangle 9"/>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1" name="Rectangle 10"/>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8" name="Rectangle 7"/>
          <p:cNvSpPr/>
          <p:nvPr/>
        </p:nvSpPr>
        <p:spPr>
          <a:xfrm>
            <a:off x="284163" y="4801575"/>
            <a:ext cx="8574087" cy="1468437"/>
          </a:xfrm>
          <a:prstGeom prst="rect">
            <a:avLst/>
          </a:prstGeom>
          <a:solidFill>
            <a:schemeClr val="tx1">
              <a:lumMod val="85000"/>
              <a:lumOff val="15000"/>
              <a:alpha val="85000"/>
            </a:schemeClr>
          </a:solidFill>
        </p:spPr>
        <p:txBody>
          <a:bodyPr vert="horz" lIns="91440" tIns="45720" rIns="182880" bIns="365760" rtlCol="0" anchor="b" anchorCtr="0">
            <a:normAutofit/>
          </a:bodyPr>
          <a:lstStyle/>
          <a:p>
            <a:pPr algn="l" defTabSz="914400" rtl="0" eaLnBrk="1" latinLnBrk="0" hangingPunct="1">
              <a:spcBef>
                <a:spcPct val="0"/>
              </a:spcBef>
              <a:buNone/>
            </a:pPr>
            <a:endParaRPr sz="4200" kern="1200">
              <a:solidFill>
                <a:schemeClr val="bg1"/>
              </a:solidFill>
              <a:latin typeface="+mj-lt"/>
              <a:ea typeface="+mj-ea"/>
              <a:cs typeface="+mj-cs"/>
            </a:endParaRPr>
          </a:p>
        </p:txBody>
      </p:sp>
      <p:grpSp>
        <p:nvGrpSpPr>
          <p:cNvPr id="9" name="Group 8"/>
          <p:cNvGrpSpPr/>
          <p:nvPr/>
        </p:nvGrpSpPr>
        <p:grpSpPr>
          <a:xfrm>
            <a:off x="284163" y="6263389"/>
            <a:ext cx="8576373" cy="137411"/>
            <a:chOff x="284163" y="1759424"/>
            <a:chExt cx="8576373" cy="137411"/>
          </a:xfrm>
        </p:grpSpPr>
        <p:sp>
          <p:nvSpPr>
            <p:cNvPr id="10" name="Rectangle 9"/>
            <p:cNvSpPr/>
            <p:nvPr/>
          </p:nvSpPr>
          <p:spPr>
            <a:xfrm>
              <a:off x="284163" y="1759424"/>
              <a:ext cx="2743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1" name="Rectangle 10"/>
            <p:cNvSpPr/>
            <p:nvPr/>
          </p:nvSpPr>
          <p:spPr>
            <a:xfrm>
              <a:off x="3026392" y="1759424"/>
              <a:ext cx="1600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2" name="Rectangle 11"/>
            <p:cNvSpPr/>
            <p:nvPr/>
          </p:nvSpPr>
          <p:spPr>
            <a:xfrm>
              <a:off x="4626864" y="1759424"/>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
        <p:nvSpPr>
          <p:cNvPr id="2" name="Title 1"/>
          <p:cNvSpPr>
            <a:spLocks noGrp="1"/>
          </p:cNvSpPr>
          <p:nvPr>
            <p:ph type="title"/>
          </p:nvPr>
        </p:nvSpPr>
        <p:spPr>
          <a:xfrm>
            <a:off x="363071" y="4800600"/>
            <a:ext cx="8360242" cy="566738"/>
          </a:xfrm>
          <a:noFill/>
        </p:spPr>
        <p:txBody>
          <a:bodyPr vert="horz" lIns="91440" tIns="45720" rIns="91440" bIns="45720" rtlCol="0" anchor="b" anchorCtr="0">
            <a:normAutofit/>
          </a:bodyPr>
          <a:lstStyle>
            <a:lvl1pPr algn="l" defTabSz="914400" rtl="0" eaLnBrk="1" latinLnBrk="0" hangingPunct="1">
              <a:spcBef>
                <a:spcPct val="0"/>
              </a:spcBef>
              <a:buNone/>
              <a:defRPr sz="2800" b="0" i="0" kern="1200" cap="none" baseline="0">
                <a:solidFill>
                  <a:schemeClr val="bg1"/>
                </a:solidFill>
                <a:latin typeface="+mj-lt"/>
                <a:ea typeface="+mj-ea"/>
                <a:cs typeface="+mj-cs"/>
              </a:defRPr>
            </a:lvl1pPr>
          </a:lstStyle>
          <a:p>
            <a:r>
              <a:rPr lang="fi-FI"/>
              <a:t>Click to edit Master title style</a:t>
            </a:r>
            <a:endParaRPr/>
          </a:p>
        </p:txBody>
      </p:sp>
      <p:sp>
        <p:nvSpPr>
          <p:cNvPr id="3" name="Picture Placeholder 2"/>
          <p:cNvSpPr>
            <a:spLocks noGrp="1"/>
          </p:cNvSpPr>
          <p:nvPr>
            <p:ph type="pic" idx="1"/>
          </p:nvPr>
        </p:nvSpPr>
        <p:spPr>
          <a:xfrm>
            <a:off x="284163" y="457199"/>
            <a:ext cx="8577072" cy="4352544"/>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fi-FI"/>
              <a:t>Drag picture to placeholder or click icon to add</a:t>
            </a:r>
            <a:endParaRPr/>
          </a:p>
        </p:txBody>
      </p:sp>
      <p:sp>
        <p:nvSpPr>
          <p:cNvPr id="4" name="Text Placeholder 3"/>
          <p:cNvSpPr>
            <a:spLocks noGrp="1"/>
          </p:cNvSpPr>
          <p:nvPr>
            <p:ph type="body" sz="half" idx="2"/>
          </p:nvPr>
        </p:nvSpPr>
        <p:spPr>
          <a:xfrm>
            <a:off x="419099" y="5367338"/>
            <a:ext cx="8304213" cy="804862"/>
          </a:xfrm>
        </p:spPr>
        <p:txBody>
          <a:bodyPr/>
          <a:lstStyle>
            <a:lvl1pPr marL="0" indent="0">
              <a:spcBef>
                <a:spcPts val="0"/>
              </a:spcBef>
              <a:buNone/>
              <a:defRPr sz="1400">
                <a:solidFill>
                  <a:schemeClr val="bg1"/>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i-FI"/>
              <a:t>Click to edit Master text styles</a:t>
            </a:r>
          </a:p>
        </p:txBody>
      </p:sp>
      <p:sp>
        <p:nvSpPr>
          <p:cNvPr id="5" name="Date Placeholder 4"/>
          <p:cNvSpPr>
            <a:spLocks noGrp="1"/>
          </p:cNvSpPr>
          <p:nvPr>
            <p:ph type="dt" sz="half" idx="10"/>
          </p:nvPr>
        </p:nvSpPr>
        <p:spPr/>
        <p:txBody>
          <a:bodyPr/>
          <a:lstStyle/>
          <a:p>
            <a:fld id="{4251665B-C24A-4702-B522-6A4334602E03}" type="datetimeFigureOut">
              <a:rPr lang="en-US" smtClean="0"/>
              <a:t>7/13/2025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FD889E0-CAB2-4699-909D-B9A88D47ACBE}" type="slidenum">
              <a:rPr lang="en-US" smtClean="0"/>
              <a:t>‹#›</a:t>
            </a:fld>
            <a:endParaRPr 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picTx" preserve="1">
  <p:cSld name="Picture with Caption, Alt.">
    <p:spTree>
      <p:nvGrpSpPr>
        <p:cNvPr id="1" name=""/>
        <p:cNvGrpSpPr/>
        <p:nvPr/>
      </p:nvGrpSpPr>
      <p:grpSpPr>
        <a:xfrm>
          <a:off x="0" y="0"/>
          <a:ext cx="0" cy="0"/>
          <a:chOff x="0" y="0"/>
          <a:chExt cx="0" cy="0"/>
        </a:xfrm>
      </p:grpSpPr>
      <p:grpSp>
        <p:nvGrpSpPr>
          <p:cNvPr id="8" name="Group 8"/>
          <p:cNvGrpSpPr/>
          <p:nvPr/>
        </p:nvGrpSpPr>
        <p:grpSpPr>
          <a:xfrm>
            <a:off x="284163" y="4280647"/>
            <a:ext cx="8576373" cy="137411"/>
            <a:chOff x="284163" y="1759424"/>
            <a:chExt cx="8576373" cy="137411"/>
          </a:xfrm>
        </p:grpSpPr>
        <p:sp>
          <p:nvSpPr>
            <p:cNvPr id="10" name="Rectangle 9"/>
            <p:cNvSpPr/>
            <p:nvPr/>
          </p:nvSpPr>
          <p:spPr>
            <a:xfrm>
              <a:off x="284163" y="1759424"/>
              <a:ext cx="2743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1" name="Rectangle 10"/>
            <p:cNvSpPr/>
            <p:nvPr/>
          </p:nvSpPr>
          <p:spPr>
            <a:xfrm>
              <a:off x="3026392" y="1759424"/>
              <a:ext cx="1600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2" name="Rectangle 11"/>
            <p:cNvSpPr/>
            <p:nvPr/>
          </p:nvSpPr>
          <p:spPr>
            <a:xfrm>
              <a:off x="4626864" y="1759424"/>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
        <p:nvSpPr>
          <p:cNvPr id="2" name="Title 1"/>
          <p:cNvSpPr>
            <a:spLocks noGrp="1"/>
          </p:cNvSpPr>
          <p:nvPr>
            <p:ph type="title"/>
          </p:nvPr>
        </p:nvSpPr>
        <p:spPr>
          <a:xfrm>
            <a:off x="363071" y="4778189"/>
            <a:ext cx="8360242" cy="566738"/>
          </a:xfrm>
          <a:noFill/>
        </p:spPr>
        <p:txBody>
          <a:bodyPr anchor="b">
            <a:normAutofit/>
          </a:bodyPr>
          <a:lstStyle>
            <a:lvl1pPr algn="l">
              <a:defRPr sz="2800" b="0">
                <a:solidFill>
                  <a:schemeClr val="accent2"/>
                </a:solidFill>
              </a:defRPr>
            </a:lvl1pPr>
          </a:lstStyle>
          <a:p>
            <a:r>
              <a:rPr lang="fi-FI"/>
              <a:t>Click to edit Master title style</a:t>
            </a:r>
            <a:endParaRPr/>
          </a:p>
        </p:txBody>
      </p:sp>
      <p:sp>
        <p:nvSpPr>
          <p:cNvPr id="3" name="Picture Placeholder 2"/>
          <p:cNvSpPr>
            <a:spLocks noGrp="1"/>
          </p:cNvSpPr>
          <p:nvPr>
            <p:ph type="pic" idx="1"/>
          </p:nvPr>
        </p:nvSpPr>
        <p:spPr>
          <a:xfrm>
            <a:off x="284163" y="457200"/>
            <a:ext cx="8577072" cy="3822192"/>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fi-FI"/>
              <a:t>Drag picture to placeholder or click icon to add</a:t>
            </a:r>
            <a:endParaRPr/>
          </a:p>
        </p:txBody>
      </p:sp>
      <p:sp>
        <p:nvSpPr>
          <p:cNvPr id="4" name="Text Placeholder 3"/>
          <p:cNvSpPr>
            <a:spLocks noGrp="1"/>
          </p:cNvSpPr>
          <p:nvPr>
            <p:ph type="body" sz="half" idx="2"/>
          </p:nvPr>
        </p:nvSpPr>
        <p:spPr>
          <a:xfrm>
            <a:off x="419099" y="5344927"/>
            <a:ext cx="8304213" cy="804862"/>
          </a:xfrm>
          <a:noFill/>
        </p:spPr>
        <p:txBody>
          <a:bodyPr/>
          <a:lstStyle>
            <a:lvl1pPr marL="0" indent="0">
              <a:spcBef>
                <a:spcPts val="0"/>
              </a:spcBef>
              <a:buNone/>
              <a:defRPr sz="1400">
                <a:solidFill>
                  <a:schemeClr val="tx1">
                    <a:lumMod val="85000"/>
                    <a:lumOff val="15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i-FI"/>
              <a:t>Click to edit Master text styles</a:t>
            </a:r>
          </a:p>
        </p:txBody>
      </p:sp>
      <p:sp>
        <p:nvSpPr>
          <p:cNvPr id="5" name="Date Placeholder 4"/>
          <p:cNvSpPr>
            <a:spLocks noGrp="1"/>
          </p:cNvSpPr>
          <p:nvPr>
            <p:ph type="dt" sz="half" idx="10"/>
          </p:nvPr>
        </p:nvSpPr>
        <p:spPr/>
        <p:txBody>
          <a:bodyPr/>
          <a:lstStyle/>
          <a:p>
            <a:fld id="{4251665B-C24A-4702-B522-6A4334602E03}" type="datetimeFigureOut">
              <a:rPr lang="en-US" smtClean="0"/>
              <a:t>7/13/2025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FD889E0-CAB2-4699-909D-B9A88D47ACBE}" type="slidenum">
              <a:rPr lang="en-US" smtClean="0"/>
              <a:t>‹#›</a:t>
            </a:fld>
            <a:endParaRPr lang="en-US"/>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Content, Picture, and Caption">
    <p:spTree>
      <p:nvGrpSpPr>
        <p:cNvPr id="1" name=""/>
        <p:cNvGrpSpPr/>
        <p:nvPr/>
      </p:nvGrpSpPr>
      <p:grpSpPr>
        <a:xfrm>
          <a:off x="0" y="0"/>
          <a:ext cx="0" cy="0"/>
          <a:chOff x="0" y="0"/>
          <a:chExt cx="0" cy="0"/>
        </a:xfrm>
      </p:grpSpPr>
      <p:sp>
        <p:nvSpPr>
          <p:cNvPr id="3" name="Content Placeholder 2"/>
          <p:cNvSpPr>
            <a:spLocks noGrp="1"/>
          </p:cNvSpPr>
          <p:nvPr>
            <p:ph idx="1"/>
          </p:nvPr>
        </p:nvSpPr>
        <p:spPr>
          <a:xfrm>
            <a:off x="3657600" y="914400"/>
            <a:ext cx="5195047" cy="5211763"/>
          </a:xfrm>
        </p:spPr>
        <p:txBody>
          <a:bodyPr>
            <a:normAutofit/>
          </a:bodyPr>
          <a:lstStyle>
            <a:lvl1pPr>
              <a:defRPr sz="2200"/>
            </a:lvl1pPr>
            <a:lvl2pPr>
              <a:defRPr sz="2000"/>
            </a:lvl2pPr>
            <a:lvl3pPr>
              <a:defRPr sz="1800"/>
            </a:lvl3pPr>
            <a:lvl4pPr>
              <a:defRPr sz="1800"/>
            </a:lvl4pPr>
            <a:lvl5pPr>
              <a:defRPr sz="1800"/>
            </a:lvl5pPr>
            <a:lvl6pPr>
              <a:defRPr sz="1800"/>
            </a:lvl6pPr>
            <a:lvl7pPr>
              <a:defRPr sz="1800"/>
            </a:lvl7pPr>
            <a:lvl8pPr>
              <a:defRPr sz="1800"/>
            </a:lvl8pPr>
            <a:lvl9pPr>
              <a:defRPr sz="1800"/>
            </a:lvl9pPr>
          </a:lstStyle>
          <a:p>
            <a:pPr lvl="0"/>
            <a:r>
              <a:rPr lang="fi-FI"/>
              <a:t>Click to edit Master text styles</a:t>
            </a:r>
          </a:p>
          <a:p>
            <a:pPr lvl="1"/>
            <a:r>
              <a:rPr lang="fi-FI"/>
              <a:t>Second level</a:t>
            </a:r>
          </a:p>
          <a:p>
            <a:pPr lvl="2"/>
            <a:r>
              <a:rPr lang="fi-FI"/>
              <a:t>Third level</a:t>
            </a:r>
          </a:p>
          <a:p>
            <a:pPr lvl="3"/>
            <a:r>
              <a:rPr lang="fi-FI"/>
              <a:t>Fourth level</a:t>
            </a:r>
          </a:p>
          <a:p>
            <a:pPr lvl="4"/>
            <a:r>
              <a:rPr lang="fi-FI"/>
              <a:t>Fifth level</a:t>
            </a:r>
            <a:endParaRPr dirty="0"/>
          </a:p>
        </p:txBody>
      </p:sp>
      <p:sp>
        <p:nvSpPr>
          <p:cNvPr id="5" name="Date Placeholder 4"/>
          <p:cNvSpPr>
            <a:spLocks noGrp="1"/>
          </p:cNvSpPr>
          <p:nvPr>
            <p:ph type="dt" sz="half" idx="10"/>
          </p:nvPr>
        </p:nvSpPr>
        <p:spPr/>
        <p:txBody>
          <a:bodyPr/>
          <a:lstStyle/>
          <a:p>
            <a:fld id="{4251665B-C24A-4702-B522-6A4334602E03}" type="datetimeFigureOut">
              <a:rPr lang="en-US" smtClean="0"/>
              <a:t>7/13/2025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FD889E0-CAB2-4699-909D-B9A88D47ACBE}" type="slidenum">
              <a:rPr lang="en-US" smtClean="0"/>
              <a:t>‹#›</a:t>
            </a:fld>
            <a:endParaRPr lang="en-US"/>
          </a:p>
        </p:txBody>
      </p:sp>
      <p:sp>
        <p:nvSpPr>
          <p:cNvPr id="12" name="Rectangle 11"/>
          <p:cNvSpPr/>
          <p:nvPr/>
        </p:nvSpPr>
        <p:spPr>
          <a:xfrm>
            <a:off x="284163" y="4267200"/>
            <a:ext cx="2743200" cy="2120153"/>
          </a:xfrm>
          <a:prstGeom prst="rect">
            <a:avLst/>
          </a:prstGeom>
          <a:solidFill>
            <a:schemeClr val="tx1">
              <a:lumMod val="85000"/>
              <a:lumOff val="15000"/>
              <a:alpha val="85000"/>
            </a:schemeClr>
          </a:solidFill>
        </p:spPr>
        <p:txBody>
          <a:bodyPr vert="horz" lIns="91440" tIns="45720" rIns="182880" bIns="365760" rtlCol="0" anchor="b" anchorCtr="0">
            <a:normAutofit/>
          </a:bodyPr>
          <a:lstStyle/>
          <a:p>
            <a:pPr algn="l" defTabSz="914400" rtl="0" eaLnBrk="1" latinLnBrk="0" hangingPunct="1">
              <a:spcBef>
                <a:spcPct val="0"/>
              </a:spcBef>
              <a:buNone/>
            </a:pPr>
            <a:endParaRPr sz="4200" kern="1200">
              <a:solidFill>
                <a:schemeClr val="bg1"/>
              </a:solidFill>
              <a:latin typeface="+mj-lt"/>
              <a:ea typeface="+mj-ea"/>
              <a:cs typeface="+mj-cs"/>
            </a:endParaRPr>
          </a:p>
        </p:txBody>
      </p:sp>
      <p:sp>
        <p:nvSpPr>
          <p:cNvPr id="4" name="Text Placeholder 3"/>
          <p:cNvSpPr>
            <a:spLocks noGrp="1"/>
          </p:cNvSpPr>
          <p:nvPr>
            <p:ph type="body" sz="half" idx="2"/>
          </p:nvPr>
        </p:nvSpPr>
        <p:spPr>
          <a:xfrm>
            <a:off x="419101" y="4953001"/>
            <a:ext cx="2472017" cy="1246094"/>
          </a:xfrm>
        </p:spPr>
        <p:txBody>
          <a:bodyPr>
            <a:normAutofit/>
          </a:bodyPr>
          <a:lstStyle>
            <a:lvl1pPr marL="0" indent="0" algn="l">
              <a:spcBef>
                <a:spcPts val="0"/>
              </a:spcBef>
              <a:buNone/>
              <a:defRPr sz="1400">
                <a:solidFill>
                  <a:schemeClr val="bg1"/>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i-FI"/>
              <a:t>Click to edit Master text styles</a:t>
            </a:r>
          </a:p>
        </p:txBody>
      </p:sp>
      <p:sp>
        <p:nvSpPr>
          <p:cNvPr id="2" name="Title 1"/>
          <p:cNvSpPr>
            <a:spLocks noGrp="1"/>
          </p:cNvSpPr>
          <p:nvPr>
            <p:ph type="title"/>
          </p:nvPr>
        </p:nvSpPr>
        <p:spPr>
          <a:xfrm>
            <a:off x="410764" y="4419600"/>
            <a:ext cx="2475395" cy="510988"/>
          </a:xfrm>
          <a:noFill/>
        </p:spPr>
        <p:txBody>
          <a:bodyPr anchor="b">
            <a:normAutofit/>
          </a:bodyPr>
          <a:lstStyle>
            <a:lvl1pPr algn="l">
              <a:defRPr sz="2000" b="1">
                <a:solidFill>
                  <a:schemeClr val="bg1"/>
                </a:solidFill>
              </a:defRPr>
            </a:lvl1pPr>
          </a:lstStyle>
          <a:p>
            <a:r>
              <a:rPr lang="fi-FI"/>
              <a:t>Click to edit Master title style</a:t>
            </a:r>
            <a:endParaRPr/>
          </a:p>
        </p:txBody>
      </p:sp>
      <p:sp>
        <p:nvSpPr>
          <p:cNvPr id="14" name="Picture Placeholder 13"/>
          <p:cNvSpPr>
            <a:spLocks noGrp="1"/>
          </p:cNvSpPr>
          <p:nvPr>
            <p:ph type="pic" sz="quarter" idx="13"/>
          </p:nvPr>
        </p:nvSpPr>
        <p:spPr>
          <a:xfrm>
            <a:off x="284164" y="594360"/>
            <a:ext cx="2743200" cy="3675888"/>
          </a:xfrm>
        </p:spPr>
        <p:txBody>
          <a:bodyPr/>
          <a:lstStyle>
            <a:lvl1pPr>
              <a:buNone/>
              <a:defRPr/>
            </a:lvl1pPr>
          </a:lstStyle>
          <a:p>
            <a:r>
              <a:rPr lang="fi-FI"/>
              <a:t>Drag picture to placeholder or click icon to add</a:t>
            </a:r>
            <a:endParaRPr/>
          </a:p>
        </p:txBody>
      </p:sp>
      <p:grpSp>
        <p:nvGrpSpPr>
          <p:cNvPr id="8" name="Group 14"/>
          <p:cNvGrpSpPr/>
          <p:nvPr/>
        </p:nvGrpSpPr>
        <p:grpSpPr>
          <a:xfrm>
            <a:off x="284163" y="461682"/>
            <a:ext cx="8576373" cy="137411"/>
            <a:chOff x="284163" y="1759424"/>
            <a:chExt cx="8576373" cy="137411"/>
          </a:xfrm>
        </p:grpSpPr>
        <p:sp>
          <p:nvSpPr>
            <p:cNvPr id="16" name="Rectangle 15"/>
            <p:cNvSpPr/>
            <p:nvPr/>
          </p:nvSpPr>
          <p:spPr>
            <a:xfrm>
              <a:off x="284163" y="1759424"/>
              <a:ext cx="2743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7" name="Rectangle 16"/>
            <p:cNvSpPr/>
            <p:nvPr/>
          </p:nvSpPr>
          <p:spPr>
            <a:xfrm>
              <a:off x="3026392" y="1759424"/>
              <a:ext cx="1600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8" name="Rectangle 17"/>
            <p:cNvSpPr/>
            <p:nvPr/>
          </p:nvSpPr>
          <p:spPr>
            <a:xfrm>
              <a:off x="4626864" y="1759424"/>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picTx" preserve="1">
  <p:cSld name="3 Pictures with Caption">
    <p:spTree>
      <p:nvGrpSpPr>
        <p:cNvPr id="1" name=""/>
        <p:cNvGrpSpPr/>
        <p:nvPr/>
      </p:nvGrpSpPr>
      <p:grpSpPr>
        <a:xfrm>
          <a:off x="0" y="0"/>
          <a:ext cx="0" cy="0"/>
          <a:chOff x="0" y="0"/>
          <a:chExt cx="0" cy="0"/>
        </a:xfrm>
      </p:grpSpPr>
      <p:sp>
        <p:nvSpPr>
          <p:cNvPr id="8" name="Rectangle 7"/>
          <p:cNvSpPr/>
          <p:nvPr/>
        </p:nvSpPr>
        <p:spPr>
          <a:xfrm>
            <a:off x="3021013" y="4801575"/>
            <a:ext cx="5837237" cy="1468437"/>
          </a:xfrm>
          <a:prstGeom prst="rect">
            <a:avLst/>
          </a:prstGeom>
          <a:solidFill>
            <a:schemeClr val="tx1">
              <a:lumMod val="85000"/>
              <a:lumOff val="15000"/>
              <a:alpha val="85000"/>
            </a:schemeClr>
          </a:solidFill>
        </p:spPr>
        <p:txBody>
          <a:bodyPr vert="horz" lIns="91440" tIns="45720" rIns="182880" bIns="365760" rtlCol="0" anchor="b" anchorCtr="0">
            <a:normAutofit/>
          </a:bodyPr>
          <a:lstStyle/>
          <a:p>
            <a:pPr algn="l" defTabSz="914400" rtl="0" eaLnBrk="1" latinLnBrk="0" hangingPunct="1">
              <a:spcBef>
                <a:spcPct val="0"/>
              </a:spcBef>
              <a:buNone/>
            </a:pPr>
            <a:endParaRPr sz="4200" kern="1200">
              <a:solidFill>
                <a:schemeClr val="bg1"/>
              </a:solidFill>
              <a:latin typeface="+mj-lt"/>
              <a:ea typeface="+mj-ea"/>
              <a:cs typeface="+mj-cs"/>
            </a:endParaRPr>
          </a:p>
        </p:txBody>
      </p:sp>
      <p:grpSp>
        <p:nvGrpSpPr>
          <p:cNvPr id="9" name="Group 8"/>
          <p:cNvGrpSpPr/>
          <p:nvPr/>
        </p:nvGrpSpPr>
        <p:grpSpPr>
          <a:xfrm>
            <a:off x="284163" y="6263389"/>
            <a:ext cx="8576373" cy="137411"/>
            <a:chOff x="284163" y="1759424"/>
            <a:chExt cx="8576373" cy="137411"/>
          </a:xfrm>
        </p:grpSpPr>
        <p:sp>
          <p:nvSpPr>
            <p:cNvPr id="10" name="Rectangle 9"/>
            <p:cNvSpPr/>
            <p:nvPr/>
          </p:nvSpPr>
          <p:spPr>
            <a:xfrm>
              <a:off x="284163" y="1759424"/>
              <a:ext cx="2743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1" name="Rectangle 10"/>
            <p:cNvSpPr/>
            <p:nvPr/>
          </p:nvSpPr>
          <p:spPr>
            <a:xfrm>
              <a:off x="3026392" y="1759424"/>
              <a:ext cx="1600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2" name="Rectangle 11"/>
            <p:cNvSpPr/>
            <p:nvPr/>
          </p:nvSpPr>
          <p:spPr>
            <a:xfrm>
              <a:off x="4626864" y="1759424"/>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
        <p:nvSpPr>
          <p:cNvPr id="2" name="Title 1"/>
          <p:cNvSpPr>
            <a:spLocks noGrp="1"/>
          </p:cNvSpPr>
          <p:nvPr>
            <p:ph type="title"/>
          </p:nvPr>
        </p:nvSpPr>
        <p:spPr>
          <a:xfrm>
            <a:off x="3031661" y="4800600"/>
            <a:ext cx="5691651" cy="566738"/>
          </a:xfrm>
          <a:noFill/>
        </p:spPr>
        <p:txBody>
          <a:bodyPr vert="horz" lIns="91440" tIns="45720" rIns="91440" bIns="45720" rtlCol="0" anchor="b" anchorCtr="0">
            <a:normAutofit/>
          </a:bodyPr>
          <a:lstStyle>
            <a:lvl1pPr algn="l" defTabSz="914400" rtl="0" eaLnBrk="1" latinLnBrk="0" hangingPunct="1">
              <a:spcBef>
                <a:spcPct val="0"/>
              </a:spcBef>
              <a:buNone/>
              <a:defRPr sz="2800" b="0" i="0" kern="1200" cap="none" baseline="0">
                <a:solidFill>
                  <a:schemeClr val="bg1"/>
                </a:solidFill>
                <a:latin typeface="+mj-lt"/>
                <a:ea typeface="+mj-ea"/>
                <a:cs typeface="+mj-cs"/>
              </a:defRPr>
            </a:lvl1pPr>
          </a:lstStyle>
          <a:p>
            <a:r>
              <a:rPr lang="fi-FI"/>
              <a:t>Click to edit Master title style</a:t>
            </a:r>
            <a:endParaRPr/>
          </a:p>
        </p:txBody>
      </p:sp>
      <p:sp>
        <p:nvSpPr>
          <p:cNvPr id="3" name="Picture Placeholder 2"/>
          <p:cNvSpPr>
            <a:spLocks noGrp="1"/>
          </p:cNvSpPr>
          <p:nvPr>
            <p:ph type="pic" idx="1"/>
          </p:nvPr>
        </p:nvSpPr>
        <p:spPr>
          <a:xfrm>
            <a:off x="3021014" y="457199"/>
            <a:ext cx="5833872" cy="4352544"/>
          </a:xfrm>
        </p:spPr>
        <p:txBody>
          <a:bodyPr>
            <a:normAutofit/>
          </a:bodyPr>
          <a:lstStyle>
            <a:lvl1pPr marL="0" indent="0">
              <a:buNone/>
              <a:defRPr sz="24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fi-FI"/>
              <a:t>Drag picture to placeholder or click icon to add</a:t>
            </a:r>
            <a:endParaRPr/>
          </a:p>
        </p:txBody>
      </p:sp>
      <p:sp>
        <p:nvSpPr>
          <p:cNvPr id="4" name="Text Placeholder 3"/>
          <p:cNvSpPr>
            <a:spLocks noGrp="1"/>
          </p:cNvSpPr>
          <p:nvPr>
            <p:ph type="body" sz="half" idx="2"/>
          </p:nvPr>
        </p:nvSpPr>
        <p:spPr>
          <a:xfrm>
            <a:off x="3069805" y="5367338"/>
            <a:ext cx="5653507" cy="804862"/>
          </a:xfrm>
        </p:spPr>
        <p:txBody>
          <a:bodyPr/>
          <a:lstStyle>
            <a:lvl1pPr marL="0" indent="0">
              <a:spcBef>
                <a:spcPts val="0"/>
              </a:spcBef>
              <a:buNone/>
              <a:defRPr sz="1400">
                <a:solidFill>
                  <a:schemeClr val="bg1"/>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i-FI"/>
              <a:t>Click to edit Master text styles</a:t>
            </a:r>
          </a:p>
        </p:txBody>
      </p:sp>
      <p:sp>
        <p:nvSpPr>
          <p:cNvPr id="5" name="Date Placeholder 4"/>
          <p:cNvSpPr>
            <a:spLocks noGrp="1"/>
          </p:cNvSpPr>
          <p:nvPr>
            <p:ph type="dt" sz="half" idx="10"/>
          </p:nvPr>
        </p:nvSpPr>
        <p:spPr/>
        <p:txBody>
          <a:bodyPr/>
          <a:lstStyle/>
          <a:p>
            <a:fld id="{4251665B-C24A-4702-B522-6A4334602E03}" type="datetimeFigureOut">
              <a:rPr lang="en-US" smtClean="0"/>
              <a:t>7/13/2025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FD889E0-CAB2-4699-909D-B9A88D47ACBE}" type="slidenum">
              <a:rPr lang="en-US" smtClean="0"/>
              <a:t>‹#›</a:t>
            </a:fld>
            <a:endParaRPr lang="en-US"/>
          </a:p>
        </p:txBody>
      </p:sp>
      <p:sp>
        <p:nvSpPr>
          <p:cNvPr id="13" name="Picture Placeholder 2"/>
          <p:cNvSpPr>
            <a:spLocks noGrp="1"/>
          </p:cNvSpPr>
          <p:nvPr>
            <p:ph type="pic" idx="13"/>
          </p:nvPr>
        </p:nvSpPr>
        <p:spPr>
          <a:xfrm>
            <a:off x="284164" y="457200"/>
            <a:ext cx="2736850" cy="2907792"/>
          </a:xfrm>
        </p:spPr>
        <p:txBody>
          <a:bodyPr>
            <a:normAutofit/>
          </a:bodyPr>
          <a:lstStyle>
            <a:lvl1pPr marL="0" indent="0">
              <a:buNone/>
              <a:defRPr sz="24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fi-FI"/>
              <a:t>Drag picture to placeholder or click icon to add</a:t>
            </a:r>
            <a:endParaRPr/>
          </a:p>
        </p:txBody>
      </p:sp>
      <p:sp>
        <p:nvSpPr>
          <p:cNvPr id="14" name="Picture Placeholder 2"/>
          <p:cNvSpPr>
            <a:spLocks noGrp="1"/>
          </p:cNvSpPr>
          <p:nvPr>
            <p:ph type="pic" idx="14"/>
          </p:nvPr>
        </p:nvSpPr>
        <p:spPr>
          <a:xfrm>
            <a:off x="284164" y="3364992"/>
            <a:ext cx="2736850" cy="2898648"/>
          </a:xfrm>
        </p:spPr>
        <p:txBody>
          <a:bodyPr>
            <a:normAutofit/>
          </a:bodyPr>
          <a:lstStyle>
            <a:lvl1pPr marL="0" indent="0">
              <a:buNone/>
              <a:defRPr sz="24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fi-FI"/>
              <a:t>Drag picture to placeholder or click icon to add</a:t>
            </a:r>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7" name="Rectangle 6"/>
          <p:cNvSpPr/>
          <p:nvPr/>
        </p:nvSpPr>
        <p:spPr>
          <a:xfrm>
            <a:off x="284163" y="455773"/>
            <a:ext cx="8574087" cy="1133949"/>
          </a:xfrm>
          <a:prstGeom prst="rect">
            <a:avLst/>
          </a:prstGeom>
          <a:solidFill>
            <a:schemeClr val="tx1">
              <a:lumMod val="85000"/>
              <a:lumOff val="1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nvGrpSpPr>
          <p:cNvPr id="8" name="Group 7"/>
          <p:cNvGrpSpPr/>
          <p:nvPr/>
        </p:nvGrpSpPr>
        <p:grpSpPr>
          <a:xfrm>
            <a:off x="284163" y="1577847"/>
            <a:ext cx="8576373" cy="137411"/>
            <a:chOff x="284163" y="1577847"/>
            <a:chExt cx="8576373" cy="137411"/>
          </a:xfrm>
        </p:grpSpPr>
        <p:sp>
          <p:nvSpPr>
            <p:cNvPr id="9" name="Rectangle 8"/>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0" name="Rectangle 9"/>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1" name="Rectangle 10"/>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
        <p:nvSpPr>
          <p:cNvPr id="2" name="Title 1"/>
          <p:cNvSpPr>
            <a:spLocks noGrp="1"/>
          </p:cNvSpPr>
          <p:nvPr>
            <p:ph type="title"/>
          </p:nvPr>
        </p:nvSpPr>
        <p:spPr/>
        <p:txBody>
          <a:bodyPr/>
          <a:lstStyle/>
          <a:p>
            <a:r>
              <a:rPr lang="fi-FI"/>
              <a:t>Click to edit Master title style</a:t>
            </a:r>
            <a:endParaRPr/>
          </a:p>
        </p:txBody>
      </p:sp>
      <p:sp>
        <p:nvSpPr>
          <p:cNvPr id="3" name="Vertical Text Placeholder 2"/>
          <p:cNvSpPr>
            <a:spLocks noGrp="1"/>
          </p:cNvSpPr>
          <p:nvPr>
            <p:ph type="body" orient="vert" idx="1"/>
          </p:nvPr>
        </p:nvSpPr>
        <p:spPr>
          <a:xfrm>
            <a:off x="284163" y="2133600"/>
            <a:ext cx="8574087" cy="4013200"/>
          </a:xfrm>
        </p:spPr>
        <p:txBody>
          <a:bodyPr vert="eaVert"/>
          <a:lstStyle>
            <a:lvl5pPr>
              <a:defRPr/>
            </a:lvl5pPr>
          </a:lstStyle>
          <a:p>
            <a:pPr lvl="0"/>
            <a:r>
              <a:rPr lang="fi-FI"/>
              <a:t>Click to edit Master text styles</a:t>
            </a:r>
          </a:p>
          <a:p>
            <a:pPr lvl="1"/>
            <a:r>
              <a:rPr lang="fi-FI"/>
              <a:t>Second level</a:t>
            </a:r>
          </a:p>
          <a:p>
            <a:pPr lvl="2"/>
            <a:r>
              <a:rPr lang="fi-FI"/>
              <a:t>Third level</a:t>
            </a:r>
          </a:p>
          <a:p>
            <a:pPr lvl="3"/>
            <a:r>
              <a:rPr lang="fi-FI"/>
              <a:t>Fourth level</a:t>
            </a:r>
          </a:p>
          <a:p>
            <a:pPr lvl="4"/>
            <a:r>
              <a:rPr lang="fi-FI"/>
              <a:t>Fifth level</a:t>
            </a:r>
            <a:endParaRPr dirty="0"/>
          </a:p>
        </p:txBody>
      </p:sp>
      <p:sp>
        <p:nvSpPr>
          <p:cNvPr id="4" name="Date Placeholder 3"/>
          <p:cNvSpPr>
            <a:spLocks noGrp="1"/>
          </p:cNvSpPr>
          <p:nvPr>
            <p:ph type="dt" sz="half" idx="10"/>
          </p:nvPr>
        </p:nvSpPr>
        <p:spPr/>
        <p:txBody>
          <a:bodyPr/>
          <a:lstStyle/>
          <a:p>
            <a:fld id="{4251665B-C24A-4702-B522-6A4334602E03}" type="datetimeFigureOut">
              <a:rPr lang="en-US" smtClean="0"/>
              <a:t>7/13/2025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FD889E0-CAB2-4699-909D-B9A88D47ACBE}" type="slidenum">
              <a:rPr lang="en-US" smtClean="0"/>
              <a:t>‹#›</a:t>
            </a:fld>
            <a:endParaRPr lang="en-US"/>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7" name="Rectangle 6"/>
          <p:cNvSpPr/>
          <p:nvPr/>
        </p:nvSpPr>
        <p:spPr>
          <a:xfrm rot="5400000">
            <a:off x="5313882" y="2857535"/>
            <a:ext cx="5934615" cy="1133949"/>
          </a:xfrm>
          <a:prstGeom prst="rect">
            <a:avLst/>
          </a:prstGeom>
          <a:solidFill>
            <a:schemeClr val="tx1">
              <a:lumMod val="85000"/>
              <a:lumOff val="1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2" name="Vertical Title 1"/>
          <p:cNvSpPr>
            <a:spLocks noGrp="1"/>
          </p:cNvSpPr>
          <p:nvPr>
            <p:ph type="title" orient="vert"/>
          </p:nvPr>
        </p:nvSpPr>
        <p:spPr>
          <a:xfrm>
            <a:off x="7695124" y="473075"/>
            <a:ext cx="969264" cy="5921375"/>
          </a:xfrm>
        </p:spPr>
        <p:txBody>
          <a:bodyPr vert="eaVert"/>
          <a:lstStyle>
            <a:lvl1pPr algn="l">
              <a:defRPr sz="3400"/>
            </a:lvl1pPr>
          </a:lstStyle>
          <a:p>
            <a:r>
              <a:rPr lang="fi-FI"/>
              <a:t>Click to edit Master title style</a:t>
            </a:r>
            <a:endParaRPr/>
          </a:p>
        </p:txBody>
      </p:sp>
      <p:sp>
        <p:nvSpPr>
          <p:cNvPr id="3" name="Vertical Text Placeholder 2"/>
          <p:cNvSpPr>
            <a:spLocks noGrp="1"/>
          </p:cNvSpPr>
          <p:nvPr>
            <p:ph type="body" orient="vert" idx="1"/>
          </p:nvPr>
        </p:nvSpPr>
        <p:spPr>
          <a:xfrm>
            <a:off x="284163" y="457200"/>
            <a:ext cx="6497637" cy="5937250"/>
          </a:xfrm>
        </p:spPr>
        <p:txBody>
          <a:bodyPr vert="eaVert"/>
          <a:lstStyle>
            <a:lvl5pPr algn="l">
              <a:defRPr/>
            </a:lvl5pPr>
          </a:lstStyle>
          <a:p>
            <a:pPr lvl="0"/>
            <a:r>
              <a:rPr lang="fi-FI"/>
              <a:t>Click to edit Master text styles</a:t>
            </a:r>
          </a:p>
          <a:p>
            <a:pPr lvl="1"/>
            <a:r>
              <a:rPr lang="fi-FI"/>
              <a:t>Second level</a:t>
            </a:r>
          </a:p>
          <a:p>
            <a:pPr lvl="2"/>
            <a:r>
              <a:rPr lang="fi-FI"/>
              <a:t>Third level</a:t>
            </a:r>
          </a:p>
          <a:p>
            <a:pPr lvl="3"/>
            <a:r>
              <a:rPr lang="fi-FI"/>
              <a:t>Fourth level</a:t>
            </a:r>
          </a:p>
          <a:p>
            <a:pPr lvl="4"/>
            <a:r>
              <a:rPr lang="fi-FI"/>
              <a:t>Fifth level</a:t>
            </a:r>
            <a:endParaRPr dirty="0"/>
          </a:p>
        </p:txBody>
      </p:sp>
      <p:sp>
        <p:nvSpPr>
          <p:cNvPr id="4" name="Date Placeholder 3"/>
          <p:cNvSpPr>
            <a:spLocks noGrp="1"/>
          </p:cNvSpPr>
          <p:nvPr>
            <p:ph type="dt" sz="half" idx="10"/>
          </p:nvPr>
        </p:nvSpPr>
        <p:spPr/>
        <p:txBody>
          <a:bodyPr/>
          <a:lstStyle/>
          <a:p>
            <a:fld id="{4251665B-C24A-4702-B522-6A4334602E03}" type="datetimeFigureOut">
              <a:rPr lang="en-US" smtClean="0"/>
              <a:t>7/13/2025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FD889E0-CAB2-4699-909D-B9A88D47ACBE}" type="slidenum">
              <a:rPr lang="en-US" smtClean="0"/>
              <a:t>‹#›</a:t>
            </a:fld>
            <a:endParaRPr lang="en-US"/>
          </a:p>
        </p:txBody>
      </p:sp>
      <p:grpSp>
        <p:nvGrpSpPr>
          <p:cNvPr id="8" name="Group 7"/>
          <p:cNvGrpSpPr/>
          <p:nvPr/>
        </p:nvGrpSpPr>
        <p:grpSpPr>
          <a:xfrm rot="5400000">
            <a:off x="4658724" y="3355723"/>
            <a:ext cx="5934456" cy="137411"/>
            <a:chOff x="284163" y="1577847"/>
            <a:chExt cx="8576373" cy="137411"/>
          </a:xfrm>
        </p:grpSpPr>
        <p:sp>
          <p:nvSpPr>
            <p:cNvPr id="9" name="Rectangle 8"/>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0" name="Rectangle 9"/>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1" name="Rectangle 10"/>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1781503" y="2133600"/>
            <a:ext cx="7076747" cy="3992563"/>
          </a:xfrm>
          <a:prstGeom prst="rect">
            <a:avLst/>
          </a:prstGeom>
        </p:spPr>
        <p:txBody>
          <a:bodyPr vert="horz" lIns="91440" tIns="45720" rIns="91440" bIns="45720" rtlCol="0">
            <a:normAutofit/>
          </a:bodyPr>
          <a:lstStyle/>
          <a:p>
            <a:pPr lvl="0"/>
            <a:r>
              <a:rPr lang="fi-FI"/>
              <a:t>Click to edit Master text styles</a:t>
            </a:r>
          </a:p>
          <a:p>
            <a:pPr lvl="1"/>
            <a:r>
              <a:rPr lang="fi-FI"/>
              <a:t>Second level</a:t>
            </a:r>
          </a:p>
          <a:p>
            <a:pPr lvl="2"/>
            <a:r>
              <a:rPr lang="fi-FI"/>
              <a:t>Third level</a:t>
            </a:r>
          </a:p>
          <a:p>
            <a:pPr lvl="3"/>
            <a:r>
              <a:rPr lang="fi-FI"/>
              <a:t>Fourth level</a:t>
            </a:r>
          </a:p>
          <a:p>
            <a:pPr lvl="4"/>
            <a:r>
              <a:rPr lang="fi-FI"/>
              <a:t>Fifth level</a:t>
            </a:r>
            <a:endParaRPr dirty="0"/>
          </a:p>
        </p:txBody>
      </p:sp>
      <p:sp>
        <p:nvSpPr>
          <p:cNvPr id="4" name="Date Placeholder 3"/>
          <p:cNvSpPr>
            <a:spLocks noGrp="1"/>
          </p:cNvSpPr>
          <p:nvPr>
            <p:ph type="dt" sz="half" idx="2"/>
          </p:nvPr>
        </p:nvSpPr>
        <p:spPr>
          <a:xfrm>
            <a:off x="6794936" y="6437032"/>
            <a:ext cx="2133600" cy="365125"/>
          </a:xfrm>
          <a:prstGeom prst="rect">
            <a:avLst/>
          </a:prstGeom>
        </p:spPr>
        <p:txBody>
          <a:bodyPr vert="horz" lIns="91440" tIns="45720" rIns="91440" bIns="45720" rtlCol="0" anchor="ctr"/>
          <a:lstStyle>
            <a:lvl1pPr algn="r">
              <a:defRPr sz="1100" b="1">
                <a:solidFill>
                  <a:schemeClr val="bg1">
                    <a:lumMod val="65000"/>
                  </a:schemeClr>
                </a:solidFill>
              </a:defRPr>
            </a:lvl1pPr>
          </a:lstStyle>
          <a:p>
            <a:fld id="{4251665B-C24A-4702-B522-6A4334602E03}" type="datetimeFigureOut">
              <a:rPr lang="en-US" smtClean="0"/>
              <a:t>7/13/2025</a:t>
            </a:fld>
            <a:endParaRPr lang="en-US"/>
          </a:p>
        </p:txBody>
      </p:sp>
      <p:sp>
        <p:nvSpPr>
          <p:cNvPr id="5" name="Footer Placeholder 4"/>
          <p:cNvSpPr>
            <a:spLocks noGrp="1"/>
          </p:cNvSpPr>
          <p:nvPr>
            <p:ph type="ftr" sz="quarter" idx="3"/>
          </p:nvPr>
        </p:nvSpPr>
        <p:spPr>
          <a:xfrm>
            <a:off x="199698" y="6437032"/>
            <a:ext cx="6124902" cy="365125"/>
          </a:xfrm>
          <a:prstGeom prst="rect">
            <a:avLst/>
          </a:prstGeom>
        </p:spPr>
        <p:txBody>
          <a:bodyPr vert="horz" lIns="91440" tIns="45720" rIns="91440" bIns="45720" rtlCol="0" anchor="ctr"/>
          <a:lstStyle>
            <a:lvl1pPr algn="l">
              <a:defRPr sz="1100" b="1">
                <a:solidFill>
                  <a:schemeClr val="bg1">
                    <a:lumMod val="65000"/>
                  </a:schemeClr>
                </a:solidFill>
              </a:defRPr>
            </a:lvl1pPr>
          </a:lstStyle>
          <a:p>
            <a:endParaRPr lang="en-US"/>
          </a:p>
        </p:txBody>
      </p:sp>
      <p:sp>
        <p:nvSpPr>
          <p:cNvPr id="6" name="Slide Number Placeholder 5"/>
          <p:cNvSpPr>
            <a:spLocks noGrp="1"/>
          </p:cNvSpPr>
          <p:nvPr>
            <p:ph type="sldNum" sz="quarter" idx="4"/>
          </p:nvPr>
        </p:nvSpPr>
        <p:spPr>
          <a:xfrm>
            <a:off x="8306459" y="167347"/>
            <a:ext cx="630621" cy="359760"/>
          </a:xfrm>
          <a:prstGeom prst="rect">
            <a:avLst/>
          </a:prstGeom>
        </p:spPr>
        <p:txBody>
          <a:bodyPr vert="horz" lIns="91440" tIns="45720" rIns="91440" bIns="45720" rtlCol="0" anchor="ctr"/>
          <a:lstStyle>
            <a:lvl1pPr algn="r">
              <a:defRPr sz="1400" b="1">
                <a:solidFill>
                  <a:schemeClr val="tx1">
                    <a:lumMod val="85000"/>
                    <a:lumOff val="15000"/>
                  </a:schemeClr>
                </a:solidFill>
              </a:defRPr>
            </a:lvl1pPr>
          </a:lstStyle>
          <a:p>
            <a:fld id="{5FD889E0-CAB2-4699-909D-B9A88D47ACBE}" type="slidenum">
              <a:rPr lang="en-US" smtClean="0"/>
              <a:t>‹#›</a:t>
            </a:fld>
            <a:endParaRPr lang="en-US"/>
          </a:p>
        </p:txBody>
      </p:sp>
      <p:sp>
        <p:nvSpPr>
          <p:cNvPr id="2" name="Title Placeholder 1"/>
          <p:cNvSpPr>
            <a:spLocks noGrp="1"/>
          </p:cNvSpPr>
          <p:nvPr>
            <p:ph type="title"/>
          </p:nvPr>
        </p:nvSpPr>
        <p:spPr>
          <a:xfrm>
            <a:off x="284163" y="630382"/>
            <a:ext cx="8574087" cy="967840"/>
          </a:xfrm>
          <a:prstGeom prst="rect">
            <a:avLst/>
          </a:prstGeom>
          <a:solidFill>
            <a:schemeClr val="tx1">
              <a:lumMod val="85000"/>
              <a:lumOff val="15000"/>
              <a:alpha val="70000"/>
            </a:schemeClr>
          </a:solidFill>
        </p:spPr>
        <p:txBody>
          <a:bodyPr vert="horz" lIns="91440" tIns="45720" rIns="91440" bIns="45720" rtlCol="0" anchor="ctr">
            <a:normAutofit/>
          </a:bodyPr>
          <a:lstStyle/>
          <a:p>
            <a:r>
              <a:rPr lang="fi-FI"/>
              <a:t>Click to edit Master title style</a:t>
            </a:r>
            <a:endParaRPr/>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Lst>
  <p:txStyles>
    <p:titleStyle>
      <a:lvl1pPr algn="r" defTabSz="914400" rtl="0" eaLnBrk="1" latinLnBrk="0" hangingPunct="1">
        <a:spcBef>
          <a:spcPct val="0"/>
        </a:spcBef>
        <a:buNone/>
        <a:defRPr sz="4200" kern="1200">
          <a:solidFill>
            <a:schemeClr val="bg1"/>
          </a:solidFill>
          <a:latin typeface="+mj-lt"/>
          <a:ea typeface="+mj-ea"/>
          <a:cs typeface="+mj-cs"/>
        </a:defRPr>
      </a:lvl1pPr>
    </p:titleStyle>
    <p:bodyStyle>
      <a:lvl1pPr marL="454025" indent="-454025" algn="l" defTabSz="914400" rtl="0" eaLnBrk="1" latinLnBrk="0" hangingPunct="1">
        <a:spcBef>
          <a:spcPts val="2000"/>
        </a:spcBef>
        <a:buClr>
          <a:schemeClr val="bg1">
            <a:lumMod val="65000"/>
          </a:schemeClr>
        </a:buClr>
        <a:buSzPct val="90000"/>
        <a:buFont typeface="Wingdings" pitchFamily="2" charset="2"/>
        <a:buChar char=""/>
        <a:defRPr sz="2400" kern="1200">
          <a:solidFill>
            <a:schemeClr val="tx1">
              <a:lumMod val="85000"/>
              <a:lumOff val="15000"/>
            </a:schemeClr>
          </a:solidFill>
          <a:latin typeface="+mn-lt"/>
          <a:ea typeface="+mn-ea"/>
          <a:cs typeface="+mn-cs"/>
        </a:defRPr>
      </a:lvl1pPr>
      <a:lvl2pPr marL="914400" indent="-457200" algn="l" defTabSz="914400" rtl="0" eaLnBrk="1" latinLnBrk="0" hangingPunct="1">
        <a:spcBef>
          <a:spcPts val="600"/>
        </a:spcBef>
        <a:buClr>
          <a:schemeClr val="tx1">
            <a:lumMod val="75000"/>
            <a:lumOff val="25000"/>
          </a:schemeClr>
        </a:buClr>
        <a:buSzPct val="90000"/>
        <a:buFont typeface="Wingdings" pitchFamily="2" charset="2"/>
        <a:buChar char=""/>
        <a:defRPr sz="2200" kern="1200">
          <a:solidFill>
            <a:schemeClr val="tx1">
              <a:lumMod val="85000"/>
              <a:lumOff val="15000"/>
            </a:schemeClr>
          </a:solidFill>
          <a:latin typeface="+mn-lt"/>
          <a:ea typeface="+mn-ea"/>
          <a:cs typeface="+mn-cs"/>
        </a:defRPr>
      </a:lvl2pPr>
      <a:lvl3pPr marL="1260475" indent="-346075" algn="l" defTabSz="914400" rtl="0" eaLnBrk="1" latinLnBrk="0" hangingPunct="1">
        <a:spcBef>
          <a:spcPts val="600"/>
        </a:spcBef>
        <a:buClr>
          <a:schemeClr val="bg1">
            <a:lumMod val="65000"/>
          </a:schemeClr>
        </a:buClr>
        <a:buSzPct val="90000"/>
        <a:buFont typeface="Wingdings" pitchFamily="2" charset="2"/>
        <a:buChar char=""/>
        <a:defRPr sz="2000" kern="1200">
          <a:solidFill>
            <a:schemeClr val="tx1">
              <a:lumMod val="85000"/>
              <a:lumOff val="15000"/>
            </a:schemeClr>
          </a:solidFill>
          <a:latin typeface="+mn-lt"/>
          <a:ea typeface="+mn-ea"/>
          <a:cs typeface="+mn-cs"/>
        </a:defRPr>
      </a:lvl3pPr>
      <a:lvl4pPr marL="1600200" indent="-339725" algn="l" defTabSz="914400" rtl="0" eaLnBrk="1" latinLnBrk="0" hangingPunct="1">
        <a:spcBef>
          <a:spcPts val="600"/>
        </a:spcBef>
        <a:buClr>
          <a:schemeClr val="tx1">
            <a:lumMod val="75000"/>
            <a:lumOff val="25000"/>
          </a:schemeClr>
        </a:buClr>
        <a:buSzPct val="90000"/>
        <a:buFont typeface="Wingdings" pitchFamily="2" charset="2"/>
        <a:buChar char=""/>
        <a:defRPr sz="1800" kern="1200">
          <a:solidFill>
            <a:schemeClr val="tx1">
              <a:lumMod val="85000"/>
              <a:lumOff val="15000"/>
            </a:schemeClr>
          </a:solidFill>
          <a:latin typeface="+mn-lt"/>
          <a:ea typeface="+mn-ea"/>
          <a:cs typeface="+mn-cs"/>
        </a:defRPr>
      </a:lvl4pPr>
      <a:lvl5pPr marL="1939925" indent="-331788" algn="l" defTabSz="914400" rtl="0" eaLnBrk="1" latinLnBrk="0" hangingPunct="1">
        <a:spcBef>
          <a:spcPts val="600"/>
        </a:spcBef>
        <a:buClr>
          <a:schemeClr val="bg1">
            <a:lumMod val="65000"/>
          </a:schemeClr>
        </a:buClr>
        <a:buSzPct val="90000"/>
        <a:buFont typeface="Wingdings" pitchFamily="2" charset="2"/>
        <a:buChar char=""/>
        <a:defRPr sz="1800" kern="1200">
          <a:solidFill>
            <a:schemeClr val="tx1">
              <a:lumMod val="85000"/>
              <a:lumOff val="15000"/>
            </a:schemeClr>
          </a:solidFill>
          <a:latin typeface="+mn-lt"/>
          <a:ea typeface="+mn-ea"/>
          <a:cs typeface="+mn-cs"/>
        </a:defRPr>
      </a:lvl5pPr>
      <a:lvl6pPr marL="229076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6pPr>
      <a:lvl7pPr marL="2625725"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7pPr>
      <a:lvl8pPr marL="297021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8pPr>
      <a:lvl9pPr marL="3313113"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a:solidFill>
            <a:schemeClr val="tx1">
              <a:lumMod val="85000"/>
              <a:lumOff val="15000"/>
            </a:schemeClr>
          </a:solidFill>
          <a:latin typeface="+mn-lt"/>
          <a:ea typeface="+mn-ea"/>
          <a:cs typeface="+mn-cs"/>
        </a:defRPr>
      </a:lvl9pPr>
    </p:bodyStyle>
    <p:otherStyle>
      <a:defPPr>
        <a:defRP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hyperlink" Target="http://www.heroku.com/" TargetMode="Externa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xml"/><Relationship Id="rId1" Type="http://schemas.openxmlformats.org/officeDocument/2006/relationships/slideLayout" Target="../slideLayouts/slideLayout9.xml"/></Relationships>
</file>

<file path=ppt/slides/_rels/slide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2.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9.xml"/></Relationships>
</file>

<file path=ppt/slides/_rels/slide13.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9.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5.xml.rels><?xml version="1.0" encoding="UTF-8" standalone="yes"?>
<Relationships xmlns="http://schemas.openxmlformats.org/package/2006/relationships"><Relationship Id="rId3" Type="http://schemas.openxmlformats.org/officeDocument/2006/relationships/hyperlink" Target="http://en.wikipedia.org/wiki/Internet_Engineering_Task_Force" TargetMode="External"/><Relationship Id="rId2" Type="http://schemas.openxmlformats.org/officeDocument/2006/relationships/hyperlink" Target="http://en.wikipedia.org/wiki/World_Wide_Web_Consortium" TargetMode="External"/><Relationship Id="rId1" Type="http://schemas.openxmlformats.org/officeDocument/2006/relationships/slideLayout" Target="../slideLayouts/slideLayout9.xml"/></Relationships>
</file>

<file path=ppt/slides/_rels/slide16.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9.xml"/></Relationships>
</file>

<file path=ppt/slides/_rels/slide17.xml.rels><?xml version="1.0" encoding="UTF-8" standalone="yes"?>
<Relationships xmlns="http://schemas.openxmlformats.org/package/2006/relationships"><Relationship Id="rId3" Type="http://schemas.openxmlformats.org/officeDocument/2006/relationships/hyperlink" Target="https://www.example.com/index.html" TargetMode="External"/><Relationship Id="rId2" Type="http://schemas.openxmlformats.org/officeDocument/2006/relationships/hyperlink" Target="https://www.example.com/path/to/resource?query=value#section" TargetMode="External"/><Relationship Id="rId1" Type="http://schemas.openxmlformats.org/officeDocument/2006/relationships/slideLayout" Target="../slideLayouts/slideLayout9.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image" Target="../media/image10.jpg"/><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hyperlink" Target="https://www.w3schools.com/html/html_intro.asp" TargetMode="External"/><Relationship Id="rId2" Type="http://schemas.openxmlformats.org/officeDocument/2006/relationships/hyperlink" Target="https://developer.mozilla.org/enUS/docs/Web/HTTP/Status" TargetMode="External"/><Relationship Id="rId1" Type="http://schemas.openxmlformats.org/officeDocument/2006/relationships/slideLayout" Target="../slideLayouts/slideLayout9.xml"/><Relationship Id="rId4" Type="http://schemas.openxmlformats.org/officeDocument/2006/relationships/hyperlink" Target="https://www.w3schools.com/html/html_xhtml.asp"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Introduction to Web Technology</a:t>
            </a:r>
          </a:p>
        </p:txBody>
      </p:sp>
      <p:sp>
        <p:nvSpPr>
          <p:cNvPr id="3" name="Subtitle 2"/>
          <p:cNvSpPr>
            <a:spLocks noGrp="1"/>
          </p:cNvSpPr>
          <p:nvPr>
            <p:ph type="subTitle" idx="1"/>
          </p:nvPr>
        </p:nvSpPr>
        <p:spPr>
          <a:xfrm>
            <a:off x="476205" y="1532427"/>
            <a:ext cx="2789509" cy="484632"/>
          </a:xfrm>
        </p:spPr>
        <p:txBody>
          <a:bodyPr/>
          <a:lstStyle/>
          <a:p>
            <a:r>
              <a:rPr lang="en-US" dirty="0"/>
              <a:t>Course Code: </a:t>
            </a:r>
            <a:r>
              <a:rPr lang="en-US" altLang="en-US" b="1"/>
              <a:t>CSC 3215</a:t>
            </a:r>
            <a:endParaRPr lang="en-US" dirty="0"/>
          </a:p>
        </p:txBody>
      </p:sp>
      <p:sp>
        <p:nvSpPr>
          <p:cNvPr id="4" name="TextBox 3"/>
          <p:cNvSpPr txBox="1"/>
          <p:nvPr/>
        </p:nvSpPr>
        <p:spPr>
          <a:xfrm>
            <a:off x="76971" y="2446757"/>
            <a:ext cx="9024614" cy="707886"/>
          </a:xfrm>
          <a:prstGeom prst="rect">
            <a:avLst/>
          </a:prstGeom>
          <a:noFill/>
        </p:spPr>
        <p:txBody>
          <a:bodyPr wrap="square" rtlCol="0">
            <a:spAutoFit/>
          </a:bodyPr>
          <a:lstStyle/>
          <a:p>
            <a:pPr algn="ctr"/>
            <a:r>
              <a:rPr lang="en-US" sz="2000" b="1" dirty="0">
                <a:solidFill>
                  <a:srgbClr val="0070C0"/>
                </a:solidFill>
                <a:latin typeface="Arial" panose="020B0604020202020204" pitchFamily="34" charset="0"/>
                <a:cs typeface="Arial" panose="020B0604020202020204" pitchFamily="34" charset="0"/>
              </a:rPr>
              <a:t>Dept. of Computer Science</a:t>
            </a:r>
          </a:p>
          <a:p>
            <a:pPr algn="ctr"/>
            <a:r>
              <a:rPr lang="en-US" sz="2000" b="1" dirty="0">
                <a:solidFill>
                  <a:srgbClr val="0070C0"/>
                </a:solidFill>
                <a:latin typeface="Arial" panose="020B0604020202020204" pitchFamily="34" charset="0"/>
                <a:cs typeface="Arial" panose="020B0604020202020204" pitchFamily="34" charset="0"/>
              </a:rPr>
              <a:t>Faculty of Science and Technology</a:t>
            </a:r>
            <a:endParaRPr lang="en-US" sz="2400" b="1" dirty="0">
              <a:solidFill>
                <a:srgbClr val="0070C0"/>
              </a:solidFill>
              <a:latin typeface="Arial" panose="020B0604020202020204" pitchFamily="34" charset="0"/>
              <a:cs typeface="Arial" panose="020B0604020202020204" pitchFamily="34" charset="0"/>
            </a:endParaRPr>
          </a:p>
        </p:txBody>
      </p:sp>
      <p:graphicFrame>
        <p:nvGraphicFramePr>
          <p:cNvPr id="7" name="Table 6">
            <a:extLst>
              <a:ext uri="{FF2B5EF4-FFF2-40B4-BE49-F238E27FC236}">
                <a16:creationId xmlns:a16="http://schemas.microsoft.com/office/drawing/2014/main" id="{29FF08AD-7519-4C4A-8E0D-640DF5BB5E58}"/>
              </a:ext>
            </a:extLst>
          </p:cNvPr>
          <p:cNvGraphicFramePr>
            <a:graphicFrameLocks noGrp="1"/>
          </p:cNvGraphicFramePr>
          <p:nvPr>
            <p:extLst>
              <p:ext uri="{D42A27DB-BD31-4B8C-83A1-F6EECF244321}">
                <p14:modId xmlns:p14="http://schemas.microsoft.com/office/powerpoint/2010/main" val="3226518661"/>
              </p:ext>
            </p:extLst>
          </p:nvPr>
        </p:nvGraphicFramePr>
        <p:xfrm>
          <a:off x="476205" y="5186042"/>
          <a:ext cx="8335798" cy="757472"/>
        </p:xfrm>
        <a:graphic>
          <a:graphicData uri="http://schemas.openxmlformats.org/drawingml/2006/table">
            <a:tbl>
              <a:tblPr firstRow="1" bandRow="1">
                <a:tableStyleId>{D7AC3CCA-C797-4891-BE02-D94E43425B78}</a:tableStyleId>
              </a:tblPr>
              <a:tblGrid>
                <a:gridCol w="1483224">
                  <a:extLst>
                    <a:ext uri="{9D8B030D-6E8A-4147-A177-3AD203B41FA5}">
                      <a16:colId xmlns:a16="http://schemas.microsoft.com/office/drawing/2014/main" val="3905988420"/>
                    </a:ext>
                  </a:extLst>
                </a:gridCol>
                <a:gridCol w="1397725">
                  <a:extLst>
                    <a:ext uri="{9D8B030D-6E8A-4147-A177-3AD203B41FA5}">
                      <a16:colId xmlns:a16="http://schemas.microsoft.com/office/drawing/2014/main" val="2889894460"/>
                    </a:ext>
                  </a:extLst>
                </a:gridCol>
                <a:gridCol w="1227909">
                  <a:extLst>
                    <a:ext uri="{9D8B030D-6E8A-4147-A177-3AD203B41FA5}">
                      <a16:colId xmlns:a16="http://schemas.microsoft.com/office/drawing/2014/main" val="3023211198"/>
                    </a:ext>
                  </a:extLst>
                </a:gridCol>
                <a:gridCol w="1541417">
                  <a:extLst>
                    <a:ext uri="{9D8B030D-6E8A-4147-A177-3AD203B41FA5}">
                      <a16:colId xmlns:a16="http://schemas.microsoft.com/office/drawing/2014/main" val="1762131981"/>
                    </a:ext>
                  </a:extLst>
                </a:gridCol>
                <a:gridCol w="1240971">
                  <a:extLst>
                    <a:ext uri="{9D8B030D-6E8A-4147-A177-3AD203B41FA5}">
                      <a16:colId xmlns:a16="http://schemas.microsoft.com/office/drawing/2014/main" val="445458238"/>
                    </a:ext>
                  </a:extLst>
                </a:gridCol>
                <a:gridCol w="1444552">
                  <a:extLst>
                    <a:ext uri="{9D8B030D-6E8A-4147-A177-3AD203B41FA5}">
                      <a16:colId xmlns:a16="http://schemas.microsoft.com/office/drawing/2014/main" val="1508364941"/>
                    </a:ext>
                  </a:extLst>
                </a:gridCol>
              </a:tblGrid>
              <a:tr h="378736">
                <a:tc>
                  <a:txBody>
                    <a:bodyPr/>
                    <a:lstStyle/>
                    <a:p>
                      <a:r>
                        <a:rPr lang="en-US" dirty="0"/>
                        <a:t>Lecturer No:</a:t>
                      </a:r>
                    </a:p>
                  </a:txBody>
                  <a:tcPr/>
                </a:tc>
                <a:tc>
                  <a:txBody>
                    <a:bodyPr/>
                    <a:lstStyle/>
                    <a:p>
                      <a:r>
                        <a:rPr lang="en-US" dirty="0"/>
                        <a:t>1</a:t>
                      </a:r>
                    </a:p>
                  </a:txBody>
                  <a:tcPr/>
                </a:tc>
                <a:tc>
                  <a:txBody>
                    <a:bodyPr/>
                    <a:lstStyle/>
                    <a:p>
                      <a:r>
                        <a:rPr lang="en-US" dirty="0"/>
                        <a:t>Week No:</a:t>
                      </a:r>
                    </a:p>
                  </a:txBody>
                  <a:tcPr/>
                </a:tc>
                <a:tc>
                  <a:txBody>
                    <a:bodyPr/>
                    <a:lstStyle/>
                    <a:p>
                      <a:r>
                        <a:rPr lang="en-US" dirty="0"/>
                        <a:t>1</a:t>
                      </a:r>
                    </a:p>
                  </a:txBody>
                  <a:tcPr/>
                </a:tc>
                <a:tc>
                  <a:txBody>
                    <a:bodyPr/>
                    <a:lstStyle/>
                    <a:p>
                      <a:r>
                        <a:rPr lang="en-US" dirty="0"/>
                        <a:t>Semester:</a:t>
                      </a:r>
                    </a:p>
                  </a:txBody>
                  <a:tcPr/>
                </a:tc>
                <a:tc>
                  <a:txBody>
                    <a:bodyPr/>
                    <a:lstStyle/>
                    <a:p>
                      <a:r>
                        <a:rPr lang="en-US" sz="1600" dirty="0"/>
                        <a:t>Summer 24-25</a:t>
                      </a:r>
                    </a:p>
                  </a:txBody>
                  <a:tcPr/>
                </a:tc>
                <a:extLst>
                  <a:ext uri="{0D108BD9-81ED-4DB2-BD59-A6C34878D82A}">
                    <a16:rowId xmlns:a16="http://schemas.microsoft.com/office/drawing/2014/main" val="2197040212"/>
                  </a:ext>
                </a:extLst>
              </a:tr>
              <a:tr h="378736">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prstClr val="black"/>
                          </a:solidFill>
                          <a:effectLst/>
                          <a:uLnTx/>
                          <a:uFillTx/>
                          <a:latin typeface="+mn-lt"/>
                          <a:ea typeface="+mn-ea"/>
                          <a:cs typeface="+mn-cs"/>
                        </a:rPr>
                        <a:t>Lecturer:</a:t>
                      </a:r>
                    </a:p>
                  </a:txBody>
                  <a:tcPr/>
                </a:tc>
                <a:tc gridSpan="5">
                  <a:txBody>
                    <a:bodyPr/>
                    <a:lstStyle/>
                    <a:p>
                      <a:r>
                        <a:rPr lang="en-US" i="1" dirty="0"/>
                        <a:t>Md. Sazid Uddin (sazid.uddin@aiub.edu)</a:t>
                      </a:r>
                    </a:p>
                  </a:txBody>
                  <a:tcPr/>
                </a:tc>
                <a:tc hMerge="1">
                  <a:txBody>
                    <a:bodyPr/>
                    <a:lstStyle/>
                    <a:p>
                      <a:endParaRPr lang="x-none"/>
                    </a:p>
                  </a:txBody>
                  <a:tcPr/>
                </a:tc>
                <a:tc hMerge="1">
                  <a:txBody>
                    <a:bodyPr/>
                    <a:lstStyle/>
                    <a:p>
                      <a:endParaRPr lang="x-none"/>
                    </a:p>
                  </a:txBody>
                  <a:tcPr/>
                </a:tc>
                <a:tc hMerge="1">
                  <a:txBody>
                    <a:bodyPr/>
                    <a:lstStyle/>
                    <a:p>
                      <a:endParaRPr lang="x-none"/>
                    </a:p>
                  </a:txBody>
                  <a:tcPr/>
                </a:tc>
                <a:tc hMerge="1">
                  <a:txBody>
                    <a:bodyPr/>
                    <a:lstStyle/>
                    <a:p>
                      <a:endParaRPr lang="x-none"/>
                    </a:p>
                  </a:txBody>
                  <a:tcPr/>
                </a:tc>
                <a:extLst>
                  <a:ext uri="{0D108BD9-81ED-4DB2-BD59-A6C34878D82A}">
                    <a16:rowId xmlns:a16="http://schemas.microsoft.com/office/drawing/2014/main" val="2091734565"/>
                  </a:ext>
                </a:extLst>
              </a:tr>
            </a:tbl>
          </a:graphicData>
        </a:graphic>
      </p:graphicFrame>
      <p:sp>
        <p:nvSpPr>
          <p:cNvPr id="8" name="Subtitle 2">
            <a:extLst>
              <a:ext uri="{FF2B5EF4-FFF2-40B4-BE49-F238E27FC236}">
                <a16:creationId xmlns:a16="http://schemas.microsoft.com/office/drawing/2014/main" id="{FF0F860A-68ED-3A45-9B2E-50E8CE1BC6B7}"/>
              </a:ext>
            </a:extLst>
          </p:cNvPr>
          <p:cNvSpPr txBox="1">
            <a:spLocks/>
          </p:cNvSpPr>
          <p:nvPr/>
        </p:nvSpPr>
        <p:spPr>
          <a:xfrm>
            <a:off x="3320578" y="1538380"/>
            <a:ext cx="4164439" cy="484632"/>
          </a:xfrm>
          <a:prstGeom prst="rect">
            <a:avLst/>
          </a:prstGeom>
        </p:spPr>
        <p:txBody>
          <a:bodyPr vert="horz" lIns="91440" tIns="45720" rIns="91440" bIns="45720" rtlCol="0">
            <a:normAutofit/>
          </a:bodyPr>
          <a:lstStyle>
            <a:lvl1pPr marL="0" indent="0" algn="l" defTabSz="914400" rtl="0" eaLnBrk="1" latinLnBrk="0" hangingPunct="1">
              <a:lnSpc>
                <a:spcPct val="100000"/>
              </a:lnSpc>
              <a:spcBef>
                <a:spcPts val="0"/>
              </a:spcBef>
              <a:buClr>
                <a:schemeClr val="bg1">
                  <a:lumMod val="65000"/>
                </a:schemeClr>
              </a:buClr>
              <a:buSzPct val="90000"/>
              <a:buFont typeface="Wingdings" pitchFamily="2" charset="2"/>
              <a:buNone/>
              <a:defRPr sz="1800" kern="1200">
                <a:solidFill>
                  <a:schemeClr val="bg1"/>
                </a:solidFill>
                <a:latin typeface="+mn-lt"/>
                <a:ea typeface="+mn-ea"/>
                <a:cs typeface="+mn-cs"/>
              </a:defRPr>
            </a:lvl1pPr>
            <a:lvl2pPr marL="457200" indent="0" algn="ctr" defTabSz="914400" rtl="0" eaLnBrk="1" latinLnBrk="0" hangingPunct="1">
              <a:spcBef>
                <a:spcPts val="600"/>
              </a:spcBef>
              <a:buClr>
                <a:schemeClr val="tx1">
                  <a:lumMod val="75000"/>
                  <a:lumOff val="25000"/>
                </a:schemeClr>
              </a:buClr>
              <a:buSzPct val="90000"/>
              <a:buFont typeface="Wingdings" pitchFamily="2" charset="2"/>
              <a:buNone/>
              <a:defRPr sz="2200" kern="1200">
                <a:solidFill>
                  <a:schemeClr val="tx1">
                    <a:tint val="75000"/>
                  </a:schemeClr>
                </a:solidFill>
                <a:latin typeface="+mn-lt"/>
                <a:ea typeface="+mn-ea"/>
                <a:cs typeface="+mn-cs"/>
              </a:defRPr>
            </a:lvl2pPr>
            <a:lvl3pPr marL="914400" indent="0" algn="ctr" defTabSz="914400" rtl="0" eaLnBrk="1" latinLnBrk="0" hangingPunct="1">
              <a:spcBef>
                <a:spcPts val="600"/>
              </a:spcBef>
              <a:buClr>
                <a:schemeClr val="bg1">
                  <a:lumMod val="65000"/>
                </a:schemeClr>
              </a:buClr>
              <a:buSzPct val="90000"/>
              <a:buFont typeface="Wingdings" pitchFamily="2" charset="2"/>
              <a:buNone/>
              <a:defRPr sz="2000" kern="1200">
                <a:solidFill>
                  <a:schemeClr val="tx1">
                    <a:tint val="75000"/>
                  </a:schemeClr>
                </a:solidFill>
                <a:latin typeface="+mn-lt"/>
                <a:ea typeface="+mn-ea"/>
                <a:cs typeface="+mn-cs"/>
              </a:defRPr>
            </a:lvl3pPr>
            <a:lvl4pPr marL="1371600" indent="0" algn="ctr" defTabSz="914400" rtl="0" eaLnBrk="1" latinLnBrk="0" hangingPunct="1">
              <a:spcBef>
                <a:spcPts val="600"/>
              </a:spcBef>
              <a:buClr>
                <a:schemeClr val="tx1">
                  <a:lumMod val="75000"/>
                  <a:lumOff val="25000"/>
                </a:schemeClr>
              </a:buClr>
              <a:buSzPct val="90000"/>
              <a:buFont typeface="Wingdings" pitchFamily="2" charset="2"/>
              <a:buNone/>
              <a:defRPr sz="1800" kern="1200">
                <a:solidFill>
                  <a:schemeClr val="tx1">
                    <a:tint val="75000"/>
                  </a:schemeClr>
                </a:solidFill>
                <a:latin typeface="+mn-lt"/>
                <a:ea typeface="+mn-ea"/>
                <a:cs typeface="+mn-cs"/>
              </a:defRPr>
            </a:lvl4pPr>
            <a:lvl5pPr marL="1828800" indent="0" algn="ctr" defTabSz="914400" rtl="0" eaLnBrk="1" latinLnBrk="0" hangingPunct="1">
              <a:spcBef>
                <a:spcPts val="600"/>
              </a:spcBef>
              <a:buClr>
                <a:schemeClr val="bg1">
                  <a:lumMod val="65000"/>
                </a:schemeClr>
              </a:buClr>
              <a:buSzPct val="90000"/>
              <a:buFont typeface="Wingdings" pitchFamily="2" charset="2"/>
              <a:buNone/>
              <a:defRPr sz="1800" kern="1200">
                <a:solidFill>
                  <a:schemeClr val="tx1">
                    <a:tint val="75000"/>
                  </a:schemeClr>
                </a:solidFill>
                <a:latin typeface="+mn-lt"/>
                <a:ea typeface="+mn-ea"/>
                <a:cs typeface="+mn-cs"/>
              </a:defRPr>
            </a:lvl5pPr>
            <a:lvl6pPr marL="2286000" indent="0" algn="ctr" defTabSz="914400" rtl="0" eaLnBrk="1" latinLnBrk="0" hangingPunct="1">
              <a:spcBef>
                <a:spcPts val="600"/>
              </a:spcBef>
              <a:buClr>
                <a:schemeClr val="tx1">
                  <a:lumMod val="75000"/>
                  <a:lumOff val="25000"/>
                </a:schemeClr>
              </a:buClr>
              <a:buSzPct val="90000"/>
              <a:buFont typeface="Wingdings" pitchFamily="2" charset="2"/>
              <a:buNone/>
              <a:defRPr lang="en-US" sz="1800" kern="1200">
                <a:solidFill>
                  <a:schemeClr val="tx1">
                    <a:tint val="75000"/>
                  </a:schemeClr>
                </a:solidFill>
                <a:latin typeface="+mn-lt"/>
                <a:ea typeface="+mn-ea"/>
                <a:cs typeface="+mn-cs"/>
              </a:defRPr>
            </a:lvl6pPr>
            <a:lvl7pPr marL="2743200" indent="0" algn="ctr" defTabSz="914400" rtl="0" eaLnBrk="1" latinLnBrk="0" hangingPunct="1">
              <a:spcBef>
                <a:spcPts val="600"/>
              </a:spcBef>
              <a:buClr>
                <a:schemeClr val="bg1">
                  <a:lumMod val="65000"/>
                </a:schemeClr>
              </a:buClr>
              <a:buSzPct val="90000"/>
              <a:buFont typeface="Wingdings" pitchFamily="2" charset="2"/>
              <a:buNone/>
              <a:defRPr lang="en-US" sz="1800" kern="1200">
                <a:solidFill>
                  <a:schemeClr val="tx1">
                    <a:tint val="75000"/>
                  </a:schemeClr>
                </a:solidFill>
                <a:latin typeface="+mn-lt"/>
                <a:ea typeface="+mn-ea"/>
                <a:cs typeface="+mn-cs"/>
              </a:defRPr>
            </a:lvl7pPr>
            <a:lvl8pPr marL="3200400" indent="0" algn="ctr" defTabSz="914400" rtl="0" eaLnBrk="1" latinLnBrk="0" hangingPunct="1">
              <a:spcBef>
                <a:spcPts val="600"/>
              </a:spcBef>
              <a:buClr>
                <a:schemeClr val="tx1">
                  <a:lumMod val="75000"/>
                  <a:lumOff val="25000"/>
                </a:schemeClr>
              </a:buClr>
              <a:buSzPct val="90000"/>
              <a:buFont typeface="Wingdings" pitchFamily="2" charset="2"/>
              <a:buNone/>
              <a:defRPr lang="en-US" sz="1800" kern="1200">
                <a:solidFill>
                  <a:schemeClr val="tx1">
                    <a:tint val="75000"/>
                  </a:schemeClr>
                </a:solidFill>
                <a:latin typeface="+mn-lt"/>
                <a:ea typeface="+mn-ea"/>
                <a:cs typeface="+mn-cs"/>
              </a:defRPr>
            </a:lvl8pPr>
            <a:lvl9pPr marL="3657600" indent="0" algn="ctr" defTabSz="914400" rtl="0" eaLnBrk="1" latinLnBrk="0" hangingPunct="1">
              <a:spcBef>
                <a:spcPts val="600"/>
              </a:spcBef>
              <a:buClr>
                <a:schemeClr val="bg1">
                  <a:lumMod val="65000"/>
                </a:schemeClr>
              </a:buClr>
              <a:buSzPct val="90000"/>
              <a:buFont typeface="Wingdings" pitchFamily="2" charset="2"/>
              <a:buNone/>
              <a:defRPr lang="en-US" sz="1800" kern="1200">
                <a:solidFill>
                  <a:schemeClr val="tx1">
                    <a:tint val="75000"/>
                  </a:schemeClr>
                </a:solidFill>
                <a:latin typeface="+mn-lt"/>
                <a:ea typeface="+mn-ea"/>
                <a:cs typeface="+mn-cs"/>
              </a:defRPr>
            </a:lvl9pPr>
          </a:lstStyle>
          <a:p>
            <a:r>
              <a:rPr lang="en-US" dirty="0"/>
              <a:t>Course Title: </a:t>
            </a:r>
            <a:r>
              <a:rPr lang="en-US" altLang="en-US" dirty="0"/>
              <a:t>WEB TECHNOLOGIES</a:t>
            </a:r>
            <a:endParaRPr lang="en-US" dirty="0"/>
          </a:p>
        </p:txBody>
      </p:sp>
    </p:spTree>
    <p:extLst>
      <p:ext uri="{BB962C8B-B14F-4D97-AF65-F5344CB8AC3E}">
        <p14:creationId xmlns:p14="http://schemas.microsoft.com/office/powerpoint/2010/main" val="70070732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altLang="en-US" dirty="0"/>
              <a:t>Course Logistics</a:t>
            </a:r>
            <a:endParaRPr lang="en-US" dirty="0"/>
          </a:p>
        </p:txBody>
      </p:sp>
      <p:sp>
        <p:nvSpPr>
          <p:cNvPr id="5" name="Subtitle 4">
            <a:extLst>
              <a:ext uri="{FF2B5EF4-FFF2-40B4-BE49-F238E27FC236}">
                <a16:creationId xmlns:a16="http://schemas.microsoft.com/office/drawing/2014/main" id="{3322CB79-31E6-2043-9768-6699756B1FD4}"/>
              </a:ext>
            </a:extLst>
          </p:cNvPr>
          <p:cNvSpPr>
            <a:spLocks noGrp="1"/>
          </p:cNvSpPr>
          <p:nvPr>
            <p:ph type="subTitle" idx="1"/>
          </p:nvPr>
        </p:nvSpPr>
        <p:spPr/>
        <p:txBody>
          <a:bodyPr/>
          <a:lstStyle/>
          <a:p>
            <a:r>
              <a:rPr lang="en-US" dirty="0"/>
              <a:t>Classroom and Course Policies</a:t>
            </a:r>
            <a:endParaRPr lang="x-none" dirty="0"/>
          </a:p>
        </p:txBody>
      </p:sp>
      <p:sp>
        <p:nvSpPr>
          <p:cNvPr id="4" name="TextBox 3">
            <a:extLst>
              <a:ext uri="{FF2B5EF4-FFF2-40B4-BE49-F238E27FC236}">
                <a16:creationId xmlns:a16="http://schemas.microsoft.com/office/drawing/2014/main" id="{E00A471B-FCB5-3949-B014-0D06C67E41B3}"/>
              </a:ext>
            </a:extLst>
          </p:cNvPr>
          <p:cNvSpPr txBox="1"/>
          <p:nvPr/>
        </p:nvSpPr>
        <p:spPr>
          <a:xfrm>
            <a:off x="783773" y="2435897"/>
            <a:ext cx="7929153" cy="2308324"/>
          </a:xfrm>
          <a:prstGeom prst="rect">
            <a:avLst/>
          </a:prstGeom>
          <a:noFill/>
        </p:spPr>
        <p:txBody>
          <a:bodyPr wrap="square" rtlCol="0">
            <a:spAutoFit/>
          </a:bodyPr>
          <a:lstStyle/>
          <a:p>
            <a:pPr marL="285750" indent="-285750">
              <a:buFont typeface="Arial" pitchFamily="34" charset="0"/>
              <a:buChar char="•"/>
            </a:pPr>
            <a:r>
              <a:rPr lang="en-US" sz="2400" b="1" dirty="0">
                <a:solidFill>
                  <a:srgbClr val="FF0000"/>
                </a:solidFill>
              </a:rPr>
              <a:t>No make-up Quiz/Assignment will be taken.</a:t>
            </a:r>
          </a:p>
          <a:p>
            <a:pPr marL="285750" indent="-285750">
              <a:buFont typeface="Arial" pitchFamily="34" charset="0"/>
              <a:buChar char="•"/>
            </a:pPr>
            <a:r>
              <a:rPr lang="en-US" sz="2400" dirty="0"/>
              <a:t>At least 80% presence is required by the student to sit for examination. Absent classes must be defended through application and proper documentation to the department.</a:t>
            </a:r>
          </a:p>
          <a:p>
            <a:pPr marL="285750" indent="-285750">
              <a:buFont typeface="Arial" pitchFamily="34" charset="0"/>
              <a:buChar char="•"/>
            </a:pPr>
            <a:r>
              <a:rPr lang="en-US" sz="2400" dirty="0"/>
              <a:t>3 late attendances are considered as one absent.</a:t>
            </a:r>
          </a:p>
          <a:p>
            <a:pPr marL="285750" indent="-285750">
              <a:buFont typeface="Arial" pitchFamily="34" charset="0"/>
              <a:buChar char="•"/>
            </a:pPr>
            <a:r>
              <a:rPr lang="en-US" sz="2400" dirty="0"/>
              <a:t>Late during quiz/presentation are not given additional time.</a:t>
            </a:r>
          </a:p>
        </p:txBody>
      </p:sp>
    </p:spTree>
    <p:extLst>
      <p:ext uri="{BB962C8B-B14F-4D97-AF65-F5344CB8AC3E}">
        <p14:creationId xmlns:p14="http://schemas.microsoft.com/office/powerpoint/2010/main" val="250971617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altLang="en-US" dirty="0"/>
              <a:t>Course Logistics</a:t>
            </a:r>
            <a:endParaRPr lang="en-US" dirty="0"/>
          </a:p>
        </p:txBody>
      </p:sp>
      <p:sp>
        <p:nvSpPr>
          <p:cNvPr id="5" name="Subtitle 4">
            <a:extLst>
              <a:ext uri="{FF2B5EF4-FFF2-40B4-BE49-F238E27FC236}">
                <a16:creationId xmlns:a16="http://schemas.microsoft.com/office/drawing/2014/main" id="{3322CB79-31E6-2043-9768-6699756B1FD4}"/>
              </a:ext>
            </a:extLst>
          </p:cNvPr>
          <p:cNvSpPr>
            <a:spLocks noGrp="1"/>
          </p:cNvSpPr>
          <p:nvPr>
            <p:ph type="subTitle" idx="1"/>
          </p:nvPr>
        </p:nvSpPr>
        <p:spPr/>
        <p:txBody>
          <a:bodyPr/>
          <a:lstStyle/>
          <a:p>
            <a:r>
              <a:rPr lang="en-US" altLang="en-US" dirty="0"/>
              <a:t>Lab Work and Assignment</a:t>
            </a:r>
            <a:endParaRPr lang="x-none" dirty="0"/>
          </a:p>
        </p:txBody>
      </p:sp>
      <p:sp>
        <p:nvSpPr>
          <p:cNvPr id="4" name="TextBox 3">
            <a:extLst>
              <a:ext uri="{FF2B5EF4-FFF2-40B4-BE49-F238E27FC236}">
                <a16:creationId xmlns:a16="http://schemas.microsoft.com/office/drawing/2014/main" id="{E00A471B-FCB5-3949-B014-0D06C67E41B3}"/>
              </a:ext>
            </a:extLst>
          </p:cNvPr>
          <p:cNvSpPr txBox="1"/>
          <p:nvPr/>
        </p:nvSpPr>
        <p:spPr>
          <a:xfrm>
            <a:off x="783773" y="2435897"/>
            <a:ext cx="7929153" cy="3416320"/>
          </a:xfrm>
          <a:prstGeom prst="rect">
            <a:avLst/>
          </a:prstGeom>
          <a:noFill/>
        </p:spPr>
        <p:txBody>
          <a:bodyPr wrap="square" rtlCol="0">
            <a:spAutoFit/>
          </a:bodyPr>
          <a:lstStyle/>
          <a:p>
            <a:pPr marL="342900" indent="-342900">
              <a:buFont typeface="Arial" pitchFamily="34" charset="0"/>
              <a:buChar char="•"/>
            </a:pPr>
            <a:r>
              <a:rPr lang="en-US" sz="2400" dirty="0"/>
              <a:t>Every theory class will be followed by a lab class.</a:t>
            </a:r>
          </a:p>
          <a:p>
            <a:pPr marL="342900" indent="-342900">
              <a:buFont typeface="Arial" pitchFamily="34" charset="0"/>
              <a:buChar char="•"/>
            </a:pPr>
            <a:r>
              <a:rPr lang="en-US" sz="2400" dirty="0"/>
              <a:t>We will run and test lab work in every lab class.</a:t>
            </a:r>
          </a:p>
          <a:p>
            <a:pPr marL="342900" indent="-342900">
              <a:buFont typeface="Arial" pitchFamily="34" charset="0"/>
              <a:buChar char="•"/>
            </a:pPr>
            <a:r>
              <a:rPr lang="en-US" sz="2400" dirty="0"/>
              <a:t>There will be an assessment in every lab. </a:t>
            </a:r>
          </a:p>
          <a:p>
            <a:pPr marL="342900" indent="-342900">
              <a:buFont typeface="Arial" pitchFamily="34" charset="0"/>
              <a:buChar char="•"/>
            </a:pPr>
            <a:r>
              <a:rPr lang="en-US" sz="2400" dirty="0"/>
              <a:t>Every one should have </a:t>
            </a:r>
            <a:r>
              <a:rPr lang="en-US" sz="2400" b="1" dirty="0" err="1"/>
              <a:t>github</a:t>
            </a:r>
            <a:r>
              <a:rPr lang="en-US" sz="2400" b="1" dirty="0"/>
              <a:t> account(version control).</a:t>
            </a:r>
          </a:p>
          <a:p>
            <a:pPr marL="342900" indent="-342900">
              <a:buFont typeface="Arial" pitchFamily="34" charset="0"/>
              <a:buChar char="•"/>
            </a:pPr>
            <a:r>
              <a:rPr lang="en-US" sz="2400" dirty="0"/>
              <a:t>All assignments and project(lab tasks) push in the </a:t>
            </a:r>
            <a:r>
              <a:rPr lang="en-US" sz="2400" dirty="0" err="1"/>
              <a:t>github</a:t>
            </a:r>
            <a:br>
              <a:rPr lang="en-US" sz="2400" dirty="0"/>
            </a:br>
            <a:r>
              <a:rPr lang="en-US" sz="2400" dirty="0"/>
              <a:t>repositories.</a:t>
            </a:r>
          </a:p>
          <a:p>
            <a:pPr marL="342900" indent="-342900">
              <a:buFont typeface="Arial" pitchFamily="34" charset="0"/>
              <a:buChar char="•"/>
            </a:pPr>
            <a:r>
              <a:rPr lang="en-US" sz="2400" dirty="0"/>
              <a:t>Please submit your </a:t>
            </a:r>
            <a:r>
              <a:rPr lang="en-US" sz="2400" dirty="0" err="1"/>
              <a:t>github</a:t>
            </a:r>
            <a:r>
              <a:rPr lang="en-US" sz="2400" dirty="0"/>
              <a:t> account in the first lab. [Microsoft form Link]</a:t>
            </a:r>
          </a:p>
          <a:p>
            <a:pPr marL="342900" indent="-342900">
              <a:buFont typeface="Arial" pitchFamily="34" charset="0"/>
              <a:buChar char="•"/>
            </a:pPr>
            <a:r>
              <a:rPr lang="en-US" sz="2400" dirty="0"/>
              <a:t>Deploy your application on </a:t>
            </a:r>
            <a:r>
              <a:rPr lang="en-US" sz="2400" dirty="0">
                <a:hlinkClick r:id="rId2"/>
              </a:rPr>
              <a:t>www.heroku.com</a:t>
            </a:r>
            <a:r>
              <a:rPr lang="en-US" sz="2400" dirty="0"/>
              <a:t> if possible.</a:t>
            </a:r>
            <a:endParaRPr lang="en-US" sz="2000" dirty="0"/>
          </a:p>
        </p:txBody>
      </p:sp>
    </p:spTree>
    <p:extLst>
      <p:ext uri="{BB962C8B-B14F-4D97-AF65-F5344CB8AC3E}">
        <p14:creationId xmlns:p14="http://schemas.microsoft.com/office/powerpoint/2010/main" val="312389828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altLang="en-US" dirty="0"/>
              <a:t>Course Logistics</a:t>
            </a:r>
            <a:endParaRPr lang="en-US" dirty="0"/>
          </a:p>
        </p:txBody>
      </p:sp>
      <p:sp>
        <p:nvSpPr>
          <p:cNvPr id="5" name="Subtitle 4">
            <a:extLst>
              <a:ext uri="{FF2B5EF4-FFF2-40B4-BE49-F238E27FC236}">
                <a16:creationId xmlns:a16="http://schemas.microsoft.com/office/drawing/2014/main" id="{3322CB79-31E6-2043-9768-6699756B1FD4}"/>
              </a:ext>
            </a:extLst>
          </p:cNvPr>
          <p:cNvSpPr>
            <a:spLocks noGrp="1"/>
          </p:cNvSpPr>
          <p:nvPr>
            <p:ph type="subTitle" idx="1"/>
          </p:nvPr>
        </p:nvSpPr>
        <p:spPr/>
        <p:txBody>
          <a:bodyPr/>
          <a:lstStyle/>
          <a:p>
            <a:r>
              <a:rPr lang="en-US" altLang="en-US" dirty="0"/>
              <a:t>Required software and tools</a:t>
            </a:r>
            <a:endParaRPr lang="x-none" dirty="0"/>
          </a:p>
        </p:txBody>
      </p:sp>
      <p:sp>
        <p:nvSpPr>
          <p:cNvPr id="4" name="TextBox 3">
            <a:extLst>
              <a:ext uri="{FF2B5EF4-FFF2-40B4-BE49-F238E27FC236}">
                <a16:creationId xmlns:a16="http://schemas.microsoft.com/office/drawing/2014/main" id="{E00A471B-FCB5-3949-B014-0D06C67E41B3}"/>
              </a:ext>
            </a:extLst>
          </p:cNvPr>
          <p:cNvSpPr txBox="1"/>
          <p:nvPr/>
        </p:nvSpPr>
        <p:spPr>
          <a:xfrm>
            <a:off x="783772" y="2435897"/>
            <a:ext cx="7850777" cy="3970318"/>
          </a:xfrm>
          <a:prstGeom prst="rect">
            <a:avLst/>
          </a:prstGeom>
          <a:noFill/>
        </p:spPr>
        <p:txBody>
          <a:bodyPr wrap="square" rtlCol="0">
            <a:spAutoFit/>
          </a:bodyPr>
          <a:lstStyle/>
          <a:p>
            <a:pPr marL="285750" indent="-285750">
              <a:buFont typeface="Arial" pitchFamily="34" charset="0"/>
              <a:buChar char="•"/>
            </a:pPr>
            <a:r>
              <a:rPr lang="en-US" sz="2800" dirty="0"/>
              <a:t>Text editor to write HTML, CSS, JavaScript, </a:t>
            </a:r>
            <a:r>
              <a:rPr lang="en-US" sz="2800" dirty="0" err="1"/>
              <a:t>php</a:t>
            </a:r>
            <a:r>
              <a:rPr lang="en-US" sz="2800" dirty="0"/>
              <a:t> code. E.g. Sublime Text, Note Pad ++,</a:t>
            </a:r>
            <a:r>
              <a:rPr lang="en-US" sz="2800" b="1" dirty="0"/>
              <a:t>VS code</a:t>
            </a:r>
            <a:r>
              <a:rPr lang="en-US" sz="2800" dirty="0"/>
              <a:t>, atoms, etc.</a:t>
            </a:r>
          </a:p>
          <a:p>
            <a:pPr marL="285750" indent="-285750">
              <a:buFont typeface="Arial" pitchFamily="34" charset="0"/>
              <a:buChar char="•"/>
            </a:pPr>
            <a:r>
              <a:rPr lang="en-US" sz="2800" dirty="0"/>
              <a:t>Modern browser and server need to test them out. E.g. – google chrome(browser), </a:t>
            </a:r>
            <a:r>
              <a:rPr lang="en-US" sz="2800" b="1" dirty="0"/>
              <a:t>XAMMP</a:t>
            </a:r>
            <a:r>
              <a:rPr lang="en-US" sz="2800" dirty="0"/>
              <a:t>(apache server).</a:t>
            </a:r>
          </a:p>
          <a:p>
            <a:pPr marL="285750" indent="-285750">
              <a:buFont typeface="Arial" pitchFamily="34" charset="0"/>
              <a:buChar char="•"/>
            </a:pPr>
            <a:r>
              <a:rPr lang="en-US" sz="2800" dirty="0"/>
              <a:t>Every one should have </a:t>
            </a:r>
            <a:r>
              <a:rPr lang="en-US" sz="2800" b="1" dirty="0" err="1"/>
              <a:t>github</a:t>
            </a:r>
            <a:r>
              <a:rPr lang="en-US" sz="2800" b="1"/>
              <a:t> account(version control).</a:t>
            </a:r>
          </a:p>
          <a:p>
            <a:pPr marL="285750" indent="-285750">
              <a:buFont typeface="Arial" pitchFamily="34" charset="0"/>
              <a:buChar char="•"/>
            </a:pPr>
            <a:endParaRPr lang="en-US" sz="2800" dirty="0"/>
          </a:p>
        </p:txBody>
      </p:sp>
    </p:spTree>
    <p:extLst>
      <p:ext uri="{BB962C8B-B14F-4D97-AF65-F5344CB8AC3E}">
        <p14:creationId xmlns:p14="http://schemas.microsoft.com/office/powerpoint/2010/main" val="126775664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Learning Objectives</a:t>
            </a:r>
          </a:p>
        </p:txBody>
      </p:sp>
      <p:sp>
        <p:nvSpPr>
          <p:cNvPr id="6" name="TextBox 5">
            <a:extLst>
              <a:ext uri="{FF2B5EF4-FFF2-40B4-BE49-F238E27FC236}">
                <a16:creationId xmlns:a16="http://schemas.microsoft.com/office/drawing/2014/main" id="{37C26D19-85DA-834B-9600-C9820C508897}"/>
              </a:ext>
            </a:extLst>
          </p:cNvPr>
          <p:cNvSpPr txBox="1"/>
          <p:nvPr/>
        </p:nvSpPr>
        <p:spPr>
          <a:xfrm>
            <a:off x="783772" y="2435897"/>
            <a:ext cx="7916091" cy="2246769"/>
          </a:xfrm>
          <a:prstGeom prst="rect">
            <a:avLst/>
          </a:prstGeom>
          <a:noFill/>
        </p:spPr>
        <p:txBody>
          <a:bodyPr wrap="square" rtlCol="0">
            <a:spAutoFit/>
          </a:bodyPr>
          <a:lstStyle/>
          <a:p>
            <a:pPr marL="285750" indent="-285750">
              <a:buFont typeface="Arial" pitchFamily="34" charset="0"/>
              <a:buChar char="•"/>
            </a:pPr>
            <a:r>
              <a:rPr lang="en-US" sz="2800" dirty="0">
                <a:latin typeface="Times New Roman" pitchFamily="18" charset="0"/>
                <a:cs typeface="Times New Roman" pitchFamily="18" charset="0"/>
              </a:rPr>
              <a:t>In this lecture , we will learn about Web Technology and few terminology : HTTP, HTML, XML and XHTML.</a:t>
            </a:r>
          </a:p>
          <a:p>
            <a:pPr marL="285750" indent="-285750">
              <a:buFont typeface="Arial" pitchFamily="34" charset="0"/>
              <a:buChar char="•"/>
            </a:pPr>
            <a:r>
              <a:rPr lang="en-US" sz="2800" dirty="0">
                <a:latin typeface="Times New Roman" pitchFamily="18" charset="0"/>
                <a:cs typeface="Times New Roman" pitchFamily="18" charset="0"/>
              </a:rPr>
              <a:t>We will learn about how web technology can help in the Business World as well.</a:t>
            </a:r>
            <a:endParaRPr lang="x-none" dirty="0"/>
          </a:p>
        </p:txBody>
      </p:sp>
      <p:sp>
        <p:nvSpPr>
          <p:cNvPr id="3" name="Subtitle 2"/>
          <p:cNvSpPr>
            <a:spLocks noGrp="1"/>
          </p:cNvSpPr>
          <p:nvPr>
            <p:ph type="subTitle" idx="1"/>
          </p:nvPr>
        </p:nvSpPr>
        <p:spPr/>
        <p:txBody>
          <a:bodyPr/>
          <a:lstStyle/>
          <a:p>
            <a:r>
              <a:rPr lang="en-US" dirty="0"/>
              <a:t> </a:t>
            </a:r>
          </a:p>
        </p:txBody>
      </p:sp>
    </p:spTree>
    <p:extLst>
      <p:ext uri="{BB962C8B-B14F-4D97-AF65-F5344CB8AC3E}">
        <p14:creationId xmlns:p14="http://schemas.microsoft.com/office/powerpoint/2010/main" val="419163831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Client/Server model</a:t>
            </a:r>
          </a:p>
        </p:txBody>
      </p:sp>
      <p:sp>
        <p:nvSpPr>
          <p:cNvPr id="3" name="Subtitle 2"/>
          <p:cNvSpPr>
            <a:spLocks noGrp="1"/>
          </p:cNvSpPr>
          <p:nvPr>
            <p:ph type="subTitle" idx="1"/>
          </p:nvPr>
        </p:nvSpPr>
        <p:spPr/>
        <p:txBody>
          <a:bodyPr/>
          <a:lstStyle/>
          <a:p>
            <a:r>
              <a:rPr lang="en-US" dirty="0"/>
              <a:t> </a:t>
            </a:r>
          </a:p>
        </p:txBody>
      </p:sp>
      <p:pic>
        <p:nvPicPr>
          <p:cNvPr id="5" name="Picture 11"/>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5748630" y="3627216"/>
            <a:ext cx="2967674" cy="19451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 name="TextBox 6">
            <a:extLst>
              <a:ext uri="{FF2B5EF4-FFF2-40B4-BE49-F238E27FC236}">
                <a16:creationId xmlns:a16="http://schemas.microsoft.com/office/drawing/2014/main" id="{A52F3FBC-6ACB-3411-8386-06A01E06783E}"/>
              </a:ext>
            </a:extLst>
          </p:cNvPr>
          <p:cNvSpPr txBox="1"/>
          <p:nvPr/>
        </p:nvSpPr>
        <p:spPr>
          <a:xfrm>
            <a:off x="295916" y="3465195"/>
            <a:ext cx="5264227" cy="2200602"/>
          </a:xfrm>
          <a:prstGeom prst="rect">
            <a:avLst/>
          </a:prstGeom>
          <a:noFill/>
        </p:spPr>
        <p:txBody>
          <a:bodyPr wrap="square">
            <a:spAutoFit/>
          </a:bodyPr>
          <a:lstStyle/>
          <a:p>
            <a:pPr algn="l">
              <a:spcAft>
                <a:spcPts val="300"/>
              </a:spcAft>
            </a:pPr>
            <a:r>
              <a:rPr lang="en-US" sz="2200" b="1" dirty="0"/>
              <a:t>Client</a:t>
            </a:r>
            <a:r>
              <a:rPr lang="en-US" sz="2200" dirty="0"/>
              <a:t>: is a </a:t>
            </a:r>
            <a:r>
              <a:rPr lang="en-US" sz="2200" b="1" dirty="0"/>
              <a:t>device</a:t>
            </a:r>
            <a:r>
              <a:rPr lang="en-US" sz="2200" dirty="0"/>
              <a:t> or </a:t>
            </a:r>
            <a:r>
              <a:rPr lang="en-US" sz="2200" b="1" dirty="0"/>
              <a:t>software</a:t>
            </a:r>
            <a:r>
              <a:rPr lang="en-US" sz="2200" dirty="0"/>
              <a:t> that requests services or resources from a server. Ex: Web browsers, mobile apps, email clients.</a:t>
            </a:r>
          </a:p>
          <a:p>
            <a:pPr>
              <a:spcBef>
                <a:spcPts val="300"/>
              </a:spcBef>
            </a:pPr>
            <a:r>
              <a:rPr lang="en-US" sz="2200" b="1" dirty="0"/>
              <a:t>Server</a:t>
            </a:r>
            <a:r>
              <a:rPr lang="en-US" sz="2200" dirty="0"/>
              <a:t>: is a device or software that </a:t>
            </a:r>
            <a:r>
              <a:rPr lang="en-US" sz="2200" b="1" dirty="0"/>
              <a:t>provides services, resources, or data </a:t>
            </a:r>
            <a:r>
              <a:rPr lang="en-US" sz="2200" dirty="0"/>
              <a:t>to clients. Ex: Web servers, database servers, file servers.</a:t>
            </a:r>
          </a:p>
        </p:txBody>
      </p:sp>
      <p:sp>
        <p:nvSpPr>
          <p:cNvPr id="13" name="TextBox 12">
            <a:extLst>
              <a:ext uri="{FF2B5EF4-FFF2-40B4-BE49-F238E27FC236}">
                <a16:creationId xmlns:a16="http://schemas.microsoft.com/office/drawing/2014/main" id="{7D1C96CA-9393-7801-4114-4C70111BD4A3}"/>
              </a:ext>
            </a:extLst>
          </p:cNvPr>
          <p:cNvSpPr txBox="1"/>
          <p:nvPr/>
        </p:nvSpPr>
        <p:spPr>
          <a:xfrm>
            <a:off x="295916" y="2284810"/>
            <a:ext cx="8671104" cy="1107996"/>
          </a:xfrm>
          <a:prstGeom prst="rect">
            <a:avLst/>
          </a:prstGeom>
          <a:noFill/>
        </p:spPr>
        <p:txBody>
          <a:bodyPr wrap="square">
            <a:spAutoFit/>
          </a:bodyPr>
          <a:lstStyle/>
          <a:p>
            <a:r>
              <a:rPr lang="en-US" sz="2200" b="1" dirty="0"/>
              <a:t>Client-Server Architecture </a:t>
            </a:r>
            <a:r>
              <a:rPr lang="en-US" sz="2200" dirty="0"/>
              <a:t>is a fundamental model in computing where tasks or workloads are divided between two types of entities: clients and servers. </a:t>
            </a:r>
          </a:p>
        </p:txBody>
      </p:sp>
    </p:spTree>
    <p:extLst>
      <p:ext uri="{BB962C8B-B14F-4D97-AF65-F5344CB8AC3E}">
        <p14:creationId xmlns:p14="http://schemas.microsoft.com/office/powerpoint/2010/main" val="54561343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2"/>
          <p:cNvSpPr txBox="1">
            <a:spLocks/>
          </p:cNvSpPr>
          <p:nvPr/>
        </p:nvSpPr>
        <p:spPr>
          <a:xfrm>
            <a:off x="335494" y="731162"/>
            <a:ext cx="6543608" cy="493414"/>
          </a:xfrm>
          <a:prstGeom prst="rect">
            <a:avLst/>
          </a:prstGeom>
        </p:spPr>
        <p:txBody>
          <a:bodyPr>
            <a:normAutofit lnSpcReduction="10000"/>
          </a:bodyPr>
          <a:lstStyle>
            <a:lvl1pPr marL="454025" indent="-454025" algn="l" defTabSz="914400" rtl="0" eaLnBrk="1" latinLnBrk="0" hangingPunct="1">
              <a:spcBef>
                <a:spcPts val="2000"/>
              </a:spcBef>
              <a:buClr>
                <a:schemeClr val="bg1">
                  <a:lumMod val="65000"/>
                </a:schemeClr>
              </a:buClr>
              <a:buSzPct val="90000"/>
              <a:buFont typeface="Wingdings" pitchFamily="2" charset="2"/>
              <a:buChar char=""/>
              <a:defRPr sz="2400" kern="1200">
                <a:solidFill>
                  <a:schemeClr val="tx1">
                    <a:lumMod val="85000"/>
                    <a:lumOff val="15000"/>
                  </a:schemeClr>
                </a:solidFill>
                <a:latin typeface="+mn-lt"/>
                <a:ea typeface="+mn-ea"/>
                <a:cs typeface="+mn-cs"/>
              </a:defRPr>
            </a:lvl1pPr>
            <a:lvl2pPr marL="914400" indent="-457200" algn="l" defTabSz="914400" rtl="0" eaLnBrk="1" latinLnBrk="0" hangingPunct="1">
              <a:spcBef>
                <a:spcPts val="600"/>
              </a:spcBef>
              <a:buClr>
                <a:schemeClr val="tx1">
                  <a:lumMod val="75000"/>
                  <a:lumOff val="25000"/>
                </a:schemeClr>
              </a:buClr>
              <a:buSzPct val="90000"/>
              <a:buFont typeface="Wingdings" pitchFamily="2" charset="2"/>
              <a:buChar char=""/>
              <a:defRPr sz="2200" kern="1200">
                <a:solidFill>
                  <a:schemeClr val="tx1">
                    <a:lumMod val="85000"/>
                    <a:lumOff val="15000"/>
                  </a:schemeClr>
                </a:solidFill>
                <a:latin typeface="+mn-lt"/>
                <a:ea typeface="+mn-ea"/>
                <a:cs typeface="+mn-cs"/>
              </a:defRPr>
            </a:lvl2pPr>
            <a:lvl3pPr marL="1260475" indent="-346075" algn="l" defTabSz="914400" rtl="0" eaLnBrk="1" latinLnBrk="0" hangingPunct="1">
              <a:spcBef>
                <a:spcPts val="600"/>
              </a:spcBef>
              <a:buClr>
                <a:schemeClr val="bg1">
                  <a:lumMod val="65000"/>
                </a:schemeClr>
              </a:buClr>
              <a:buSzPct val="90000"/>
              <a:buFont typeface="Wingdings" pitchFamily="2" charset="2"/>
              <a:buChar char=""/>
              <a:defRPr sz="2000" kern="1200">
                <a:solidFill>
                  <a:schemeClr val="tx1">
                    <a:lumMod val="85000"/>
                    <a:lumOff val="15000"/>
                  </a:schemeClr>
                </a:solidFill>
                <a:latin typeface="+mn-lt"/>
                <a:ea typeface="+mn-ea"/>
                <a:cs typeface="+mn-cs"/>
              </a:defRPr>
            </a:lvl3pPr>
            <a:lvl4pPr marL="1600200" indent="-339725" algn="l" defTabSz="914400" rtl="0" eaLnBrk="1" latinLnBrk="0" hangingPunct="1">
              <a:spcBef>
                <a:spcPts val="600"/>
              </a:spcBef>
              <a:buClr>
                <a:schemeClr val="tx1">
                  <a:lumMod val="75000"/>
                  <a:lumOff val="25000"/>
                </a:schemeClr>
              </a:buClr>
              <a:buSzPct val="90000"/>
              <a:buFont typeface="Wingdings" pitchFamily="2" charset="2"/>
              <a:buChar char=""/>
              <a:defRPr sz="1800" kern="1200">
                <a:solidFill>
                  <a:schemeClr val="tx1">
                    <a:lumMod val="85000"/>
                    <a:lumOff val="15000"/>
                  </a:schemeClr>
                </a:solidFill>
                <a:latin typeface="+mn-lt"/>
                <a:ea typeface="+mn-ea"/>
                <a:cs typeface="+mn-cs"/>
              </a:defRPr>
            </a:lvl4pPr>
            <a:lvl5pPr marL="1939925" indent="-331788" algn="l" defTabSz="914400" rtl="0" eaLnBrk="1" latinLnBrk="0" hangingPunct="1">
              <a:spcBef>
                <a:spcPts val="600"/>
              </a:spcBef>
              <a:buClr>
                <a:schemeClr val="bg1">
                  <a:lumMod val="65000"/>
                </a:schemeClr>
              </a:buClr>
              <a:buSzPct val="90000"/>
              <a:buFont typeface="Wingdings" pitchFamily="2" charset="2"/>
              <a:buChar char=""/>
              <a:defRPr sz="1800" kern="1200">
                <a:solidFill>
                  <a:schemeClr val="tx1">
                    <a:lumMod val="85000"/>
                    <a:lumOff val="15000"/>
                  </a:schemeClr>
                </a:solidFill>
                <a:latin typeface="+mn-lt"/>
                <a:ea typeface="+mn-ea"/>
                <a:cs typeface="+mn-cs"/>
              </a:defRPr>
            </a:lvl5pPr>
            <a:lvl6pPr marL="229076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6pPr>
            <a:lvl7pPr marL="2625725"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7pPr>
            <a:lvl8pPr marL="297021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8pPr>
            <a:lvl9pPr marL="3313113"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a:solidFill>
                  <a:schemeClr val="tx1">
                    <a:lumMod val="85000"/>
                    <a:lumOff val="15000"/>
                  </a:schemeClr>
                </a:solidFill>
                <a:latin typeface="+mn-lt"/>
                <a:ea typeface="+mn-ea"/>
                <a:cs typeface="+mn-cs"/>
              </a:defRPr>
            </a:lvl9pPr>
          </a:lstStyle>
          <a:p>
            <a:pPr marL="0" indent="0">
              <a:buNone/>
            </a:pPr>
            <a:r>
              <a:rPr lang="en-US" sz="2800" b="1" dirty="0"/>
              <a:t>Three-tier Client Server Architecture</a:t>
            </a:r>
            <a:endParaRPr lang="en-US" sz="2600" b="1" dirty="0">
              <a:solidFill>
                <a:schemeClr val="tx1"/>
              </a:solidFill>
            </a:endParaRPr>
          </a:p>
        </p:txBody>
      </p:sp>
      <p:sp>
        <p:nvSpPr>
          <p:cNvPr id="5" name="TextBox 4">
            <a:extLst>
              <a:ext uri="{FF2B5EF4-FFF2-40B4-BE49-F238E27FC236}">
                <a16:creationId xmlns:a16="http://schemas.microsoft.com/office/drawing/2014/main" id="{53BED9D7-DC35-6145-B086-E1B62BC08349}"/>
              </a:ext>
            </a:extLst>
          </p:cNvPr>
          <p:cNvSpPr txBox="1"/>
          <p:nvPr/>
        </p:nvSpPr>
        <p:spPr>
          <a:xfrm>
            <a:off x="871044" y="1282195"/>
            <a:ext cx="7661168" cy="2677656"/>
          </a:xfrm>
          <a:prstGeom prst="rect">
            <a:avLst/>
          </a:prstGeom>
          <a:noFill/>
        </p:spPr>
        <p:txBody>
          <a:bodyPr wrap="square" rtlCol="0">
            <a:spAutoFit/>
          </a:bodyPr>
          <a:lstStyle/>
          <a:p>
            <a:pPr marL="285750" indent="-285750">
              <a:buFont typeface="Arial" pitchFamily="34" charset="0"/>
              <a:buChar char="•"/>
            </a:pPr>
            <a:r>
              <a:rPr lang="en-US" sz="2400" dirty="0"/>
              <a:t>The traditional client/server architecture involves two levels, a client level and a server level. Another common design of client/server systems uses three tiers:</a:t>
            </a:r>
          </a:p>
          <a:p>
            <a:pPr marL="285750" indent="-285750">
              <a:buFont typeface="Arial" pitchFamily="34" charset="0"/>
              <a:buChar char="•"/>
            </a:pPr>
            <a:r>
              <a:rPr lang="en-US" sz="2400" dirty="0"/>
              <a:t>A client that interacts with the user</a:t>
            </a:r>
          </a:p>
          <a:p>
            <a:pPr marL="285750" indent="-285750">
              <a:buFont typeface="Arial" pitchFamily="34" charset="0"/>
              <a:buChar char="•"/>
            </a:pPr>
            <a:r>
              <a:rPr lang="en-US" sz="2400" dirty="0"/>
              <a:t>An application server that contains the business logic of the application</a:t>
            </a:r>
          </a:p>
          <a:p>
            <a:pPr marL="285750" indent="-285750">
              <a:buFont typeface="Arial" pitchFamily="34" charset="0"/>
              <a:buChar char="•"/>
            </a:pPr>
            <a:r>
              <a:rPr lang="en-US" sz="2400" dirty="0"/>
              <a:t>A resource manager that stores data.</a:t>
            </a:r>
          </a:p>
        </p:txBody>
      </p:sp>
      <p:pic>
        <p:nvPicPr>
          <p:cNvPr id="6" name="Picture 2"/>
          <p:cNvPicPr>
            <a:picLocks noChangeAspect="1" noChangeArrowheads="1"/>
          </p:cNvPicPr>
          <p:nvPr/>
        </p:nvPicPr>
        <p:blipFill>
          <a:blip r:embed="rId3" cstate="email">
            <a:extLst>
              <a:ext uri="{28A0092B-C50C-407E-A947-70E740481C1C}">
                <a14:useLocalDpi xmlns:a14="http://schemas.microsoft.com/office/drawing/2010/main" val="0"/>
              </a:ext>
            </a:extLst>
          </a:blip>
          <a:srcRect/>
          <a:stretch>
            <a:fillRect/>
          </a:stretch>
        </p:blipFill>
        <p:spPr bwMode="auto">
          <a:xfrm>
            <a:off x="3462015" y="3959850"/>
            <a:ext cx="3417087" cy="27606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344656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Title 1">
            <a:extLst>
              <a:ext uri="{FF2B5EF4-FFF2-40B4-BE49-F238E27FC236}">
                <a16:creationId xmlns:a16="http://schemas.microsoft.com/office/drawing/2014/main" id="{621F8829-5A9B-3990-B076-25E2B31C8AEA}"/>
              </a:ext>
            </a:extLst>
          </p:cNvPr>
          <p:cNvSpPr>
            <a:spLocks noGrp="1"/>
          </p:cNvSpPr>
          <p:nvPr>
            <p:ph type="title"/>
          </p:nvPr>
        </p:nvSpPr>
        <p:spPr>
          <a:xfrm>
            <a:off x="284163" y="630382"/>
            <a:ext cx="8574087" cy="967840"/>
          </a:xfrm>
        </p:spPr>
        <p:txBody>
          <a:bodyPr/>
          <a:lstStyle/>
          <a:p>
            <a:pPr algn="l"/>
            <a:r>
              <a:rPr lang="en-US" dirty="0"/>
              <a:t>Types of Server</a:t>
            </a:r>
          </a:p>
        </p:txBody>
      </p:sp>
      <p:pic>
        <p:nvPicPr>
          <p:cNvPr id="7" name="Picture 6">
            <a:extLst>
              <a:ext uri="{FF2B5EF4-FFF2-40B4-BE49-F238E27FC236}">
                <a16:creationId xmlns:a16="http://schemas.microsoft.com/office/drawing/2014/main" id="{4973CE76-290D-3494-23E4-695461E25785}"/>
              </a:ext>
            </a:extLst>
          </p:cNvPr>
          <p:cNvPicPr>
            <a:picLocks noChangeAspect="1"/>
          </p:cNvPicPr>
          <p:nvPr/>
        </p:nvPicPr>
        <p:blipFill>
          <a:blip r:embed="rId2"/>
          <a:stretch>
            <a:fillRect/>
          </a:stretch>
        </p:blipFill>
        <p:spPr>
          <a:xfrm>
            <a:off x="662265" y="2115859"/>
            <a:ext cx="7819469" cy="3831540"/>
          </a:xfrm>
          <a:prstGeom prst="rect">
            <a:avLst/>
          </a:prstGeom>
          <a:noFill/>
        </p:spPr>
      </p:pic>
    </p:spTree>
    <p:extLst>
      <p:ext uri="{BB962C8B-B14F-4D97-AF65-F5344CB8AC3E}">
        <p14:creationId xmlns:p14="http://schemas.microsoft.com/office/powerpoint/2010/main" val="198610946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2"/>
          <p:cNvSpPr txBox="1">
            <a:spLocks/>
          </p:cNvSpPr>
          <p:nvPr/>
        </p:nvSpPr>
        <p:spPr>
          <a:xfrm>
            <a:off x="335494" y="731162"/>
            <a:ext cx="6543608" cy="493414"/>
          </a:xfrm>
          <a:prstGeom prst="rect">
            <a:avLst/>
          </a:prstGeom>
        </p:spPr>
        <p:txBody>
          <a:bodyPr>
            <a:normAutofit lnSpcReduction="10000"/>
          </a:bodyPr>
          <a:lstStyle>
            <a:lvl1pPr marL="454025" indent="-454025" algn="l" defTabSz="914400" rtl="0" eaLnBrk="1" latinLnBrk="0" hangingPunct="1">
              <a:spcBef>
                <a:spcPts val="2000"/>
              </a:spcBef>
              <a:buClr>
                <a:schemeClr val="bg1">
                  <a:lumMod val="65000"/>
                </a:schemeClr>
              </a:buClr>
              <a:buSzPct val="90000"/>
              <a:buFont typeface="Wingdings" pitchFamily="2" charset="2"/>
              <a:buChar char=""/>
              <a:defRPr sz="2400" kern="1200">
                <a:solidFill>
                  <a:schemeClr val="tx1">
                    <a:lumMod val="85000"/>
                    <a:lumOff val="15000"/>
                  </a:schemeClr>
                </a:solidFill>
                <a:latin typeface="+mn-lt"/>
                <a:ea typeface="+mn-ea"/>
                <a:cs typeface="+mn-cs"/>
              </a:defRPr>
            </a:lvl1pPr>
            <a:lvl2pPr marL="914400" indent="-457200" algn="l" defTabSz="914400" rtl="0" eaLnBrk="1" latinLnBrk="0" hangingPunct="1">
              <a:spcBef>
                <a:spcPts val="600"/>
              </a:spcBef>
              <a:buClr>
                <a:schemeClr val="tx1">
                  <a:lumMod val="75000"/>
                  <a:lumOff val="25000"/>
                </a:schemeClr>
              </a:buClr>
              <a:buSzPct val="90000"/>
              <a:buFont typeface="Wingdings" pitchFamily="2" charset="2"/>
              <a:buChar char=""/>
              <a:defRPr sz="2200" kern="1200">
                <a:solidFill>
                  <a:schemeClr val="tx1">
                    <a:lumMod val="85000"/>
                    <a:lumOff val="15000"/>
                  </a:schemeClr>
                </a:solidFill>
                <a:latin typeface="+mn-lt"/>
                <a:ea typeface="+mn-ea"/>
                <a:cs typeface="+mn-cs"/>
              </a:defRPr>
            </a:lvl2pPr>
            <a:lvl3pPr marL="1260475" indent="-346075" algn="l" defTabSz="914400" rtl="0" eaLnBrk="1" latinLnBrk="0" hangingPunct="1">
              <a:spcBef>
                <a:spcPts val="600"/>
              </a:spcBef>
              <a:buClr>
                <a:schemeClr val="bg1">
                  <a:lumMod val="65000"/>
                </a:schemeClr>
              </a:buClr>
              <a:buSzPct val="90000"/>
              <a:buFont typeface="Wingdings" pitchFamily="2" charset="2"/>
              <a:buChar char=""/>
              <a:defRPr sz="2000" kern="1200">
                <a:solidFill>
                  <a:schemeClr val="tx1">
                    <a:lumMod val="85000"/>
                    <a:lumOff val="15000"/>
                  </a:schemeClr>
                </a:solidFill>
                <a:latin typeface="+mn-lt"/>
                <a:ea typeface="+mn-ea"/>
                <a:cs typeface="+mn-cs"/>
              </a:defRPr>
            </a:lvl3pPr>
            <a:lvl4pPr marL="1600200" indent="-339725" algn="l" defTabSz="914400" rtl="0" eaLnBrk="1" latinLnBrk="0" hangingPunct="1">
              <a:spcBef>
                <a:spcPts val="600"/>
              </a:spcBef>
              <a:buClr>
                <a:schemeClr val="tx1">
                  <a:lumMod val="75000"/>
                  <a:lumOff val="25000"/>
                </a:schemeClr>
              </a:buClr>
              <a:buSzPct val="90000"/>
              <a:buFont typeface="Wingdings" pitchFamily="2" charset="2"/>
              <a:buChar char=""/>
              <a:defRPr sz="1800" kern="1200">
                <a:solidFill>
                  <a:schemeClr val="tx1">
                    <a:lumMod val="85000"/>
                    <a:lumOff val="15000"/>
                  </a:schemeClr>
                </a:solidFill>
                <a:latin typeface="+mn-lt"/>
                <a:ea typeface="+mn-ea"/>
                <a:cs typeface="+mn-cs"/>
              </a:defRPr>
            </a:lvl4pPr>
            <a:lvl5pPr marL="1939925" indent="-331788" algn="l" defTabSz="914400" rtl="0" eaLnBrk="1" latinLnBrk="0" hangingPunct="1">
              <a:spcBef>
                <a:spcPts val="600"/>
              </a:spcBef>
              <a:buClr>
                <a:schemeClr val="bg1">
                  <a:lumMod val="65000"/>
                </a:schemeClr>
              </a:buClr>
              <a:buSzPct val="90000"/>
              <a:buFont typeface="Wingdings" pitchFamily="2" charset="2"/>
              <a:buChar char=""/>
              <a:defRPr sz="1800" kern="1200">
                <a:solidFill>
                  <a:schemeClr val="tx1">
                    <a:lumMod val="85000"/>
                    <a:lumOff val="15000"/>
                  </a:schemeClr>
                </a:solidFill>
                <a:latin typeface="+mn-lt"/>
                <a:ea typeface="+mn-ea"/>
                <a:cs typeface="+mn-cs"/>
              </a:defRPr>
            </a:lvl5pPr>
            <a:lvl6pPr marL="229076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6pPr>
            <a:lvl7pPr marL="2625725"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7pPr>
            <a:lvl8pPr marL="297021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8pPr>
            <a:lvl9pPr marL="3313113"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a:solidFill>
                  <a:schemeClr val="tx1">
                    <a:lumMod val="85000"/>
                    <a:lumOff val="15000"/>
                  </a:schemeClr>
                </a:solidFill>
                <a:latin typeface="+mn-lt"/>
                <a:ea typeface="+mn-ea"/>
                <a:cs typeface="+mn-cs"/>
              </a:defRPr>
            </a:lvl9pPr>
          </a:lstStyle>
          <a:p>
            <a:pPr marL="0" indent="0">
              <a:buNone/>
            </a:pPr>
            <a:r>
              <a:rPr lang="en-US" sz="2800" b="1" dirty="0"/>
              <a:t>Peer to Peer (P2P)</a:t>
            </a:r>
            <a:endParaRPr lang="en-US" sz="2600" b="1" dirty="0">
              <a:solidFill>
                <a:schemeClr val="tx1"/>
              </a:solidFill>
            </a:endParaRPr>
          </a:p>
        </p:txBody>
      </p:sp>
      <p:sp>
        <p:nvSpPr>
          <p:cNvPr id="5" name="TextBox 4">
            <a:extLst>
              <a:ext uri="{FF2B5EF4-FFF2-40B4-BE49-F238E27FC236}">
                <a16:creationId xmlns:a16="http://schemas.microsoft.com/office/drawing/2014/main" id="{53BED9D7-DC35-6145-B086-E1B62BC08349}"/>
              </a:ext>
            </a:extLst>
          </p:cNvPr>
          <p:cNvSpPr txBox="1"/>
          <p:nvPr/>
        </p:nvSpPr>
        <p:spPr>
          <a:xfrm>
            <a:off x="871044" y="1282195"/>
            <a:ext cx="7661168" cy="1938992"/>
          </a:xfrm>
          <a:prstGeom prst="rect">
            <a:avLst/>
          </a:prstGeom>
          <a:noFill/>
        </p:spPr>
        <p:txBody>
          <a:bodyPr wrap="square" rtlCol="0">
            <a:spAutoFit/>
          </a:bodyPr>
          <a:lstStyle/>
          <a:p>
            <a:pPr marL="285750" indent="-285750">
              <a:buFont typeface="Arial" pitchFamily="34" charset="0"/>
              <a:buChar char="•"/>
            </a:pPr>
            <a:r>
              <a:rPr lang="en-US" sz="2400" dirty="0"/>
              <a:t>Distributed application architecture that partitions tasks or work loads between peers. </a:t>
            </a:r>
          </a:p>
          <a:p>
            <a:pPr marL="285750" indent="-285750">
              <a:buFont typeface="Arial" pitchFamily="34" charset="0"/>
              <a:buChar char="•"/>
            </a:pPr>
            <a:r>
              <a:rPr lang="en-US" sz="2400" dirty="0"/>
              <a:t>Peers are equally privileged, equipotent participants in the application. </a:t>
            </a:r>
          </a:p>
          <a:p>
            <a:pPr marL="285750" indent="-285750">
              <a:buFont typeface="Arial" pitchFamily="34" charset="0"/>
              <a:buChar char="•"/>
            </a:pPr>
            <a:r>
              <a:rPr lang="en-US" sz="2400" dirty="0"/>
              <a:t>They are said to form a peer-to-peer network of nodes.</a:t>
            </a:r>
          </a:p>
        </p:txBody>
      </p:sp>
      <p:pic>
        <p:nvPicPr>
          <p:cNvPr id="7" name="Picture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737190" y="3529675"/>
            <a:ext cx="3944893" cy="31873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78199622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2"/>
          <p:cNvSpPr txBox="1">
            <a:spLocks/>
          </p:cNvSpPr>
          <p:nvPr/>
        </p:nvSpPr>
        <p:spPr>
          <a:xfrm>
            <a:off x="335494" y="731162"/>
            <a:ext cx="6543608" cy="493414"/>
          </a:xfrm>
          <a:prstGeom prst="rect">
            <a:avLst/>
          </a:prstGeom>
        </p:spPr>
        <p:txBody>
          <a:bodyPr>
            <a:normAutofit lnSpcReduction="10000"/>
          </a:bodyPr>
          <a:lstStyle>
            <a:lvl1pPr marL="454025" indent="-454025" algn="l" defTabSz="914400" rtl="0" eaLnBrk="1" latinLnBrk="0" hangingPunct="1">
              <a:spcBef>
                <a:spcPts val="2000"/>
              </a:spcBef>
              <a:buClr>
                <a:schemeClr val="bg1">
                  <a:lumMod val="65000"/>
                </a:schemeClr>
              </a:buClr>
              <a:buSzPct val="90000"/>
              <a:buFont typeface="Wingdings" pitchFamily="2" charset="2"/>
              <a:buChar char=""/>
              <a:defRPr sz="2400" kern="1200">
                <a:solidFill>
                  <a:schemeClr val="tx1">
                    <a:lumMod val="85000"/>
                    <a:lumOff val="15000"/>
                  </a:schemeClr>
                </a:solidFill>
                <a:latin typeface="+mn-lt"/>
                <a:ea typeface="+mn-ea"/>
                <a:cs typeface="+mn-cs"/>
              </a:defRPr>
            </a:lvl1pPr>
            <a:lvl2pPr marL="914400" indent="-457200" algn="l" defTabSz="914400" rtl="0" eaLnBrk="1" latinLnBrk="0" hangingPunct="1">
              <a:spcBef>
                <a:spcPts val="600"/>
              </a:spcBef>
              <a:buClr>
                <a:schemeClr val="tx1">
                  <a:lumMod val="75000"/>
                  <a:lumOff val="25000"/>
                </a:schemeClr>
              </a:buClr>
              <a:buSzPct val="90000"/>
              <a:buFont typeface="Wingdings" pitchFamily="2" charset="2"/>
              <a:buChar char=""/>
              <a:defRPr sz="2200" kern="1200">
                <a:solidFill>
                  <a:schemeClr val="tx1">
                    <a:lumMod val="85000"/>
                    <a:lumOff val="15000"/>
                  </a:schemeClr>
                </a:solidFill>
                <a:latin typeface="+mn-lt"/>
                <a:ea typeface="+mn-ea"/>
                <a:cs typeface="+mn-cs"/>
              </a:defRPr>
            </a:lvl2pPr>
            <a:lvl3pPr marL="1260475" indent="-346075" algn="l" defTabSz="914400" rtl="0" eaLnBrk="1" latinLnBrk="0" hangingPunct="1">
              <a:spcBef>
                <a:spcPts val="600"/>
              </a:spcBef>
              <a:buClr>
                <a:schemeClr val="bg1">
                  <a:lumMod val="65000"/>
                </a:schemeClr>
              </a:buClr>
              <a:buSzPct val="90000"/>
              <a:buFont typeface="Wingdings" pitchFamily="2" charset="2"/>
              <a:buChar char=""/>
              <a:defRPr sz="2000" kern="1200">
                <a:solidFill>
                  <a:schemeClr val="tx1">
                    <a:lumMod val="85000"/>
                    <a:lumOff val="15000"/>
                  </a:schemeClr>
                </a:solidFill>
                <a:latin typeface="+mn-lt"/>
                <a:ea typeface="+mn-ea"/>
                <a:cs typeface="+mn-cs"/>
              </a:defRPr>
            </a:lvl3pPr>
            <a:lvl4pPr marL="1600200" indent="-339725" algn="l" defTabSz="914400" rtl="0" eaLnBrk="1" latinLnBrk="0" hangingPunct="1">
              <a:spcBef>
                <a:spcPts val="600"/>
              </a:spcBef>
              <a:buClr>
                <a:schemeClr val="tx1">
                  <a:lumMod val="75000"/>
                  <a:lumOff val="25000"/>
                </a:schemeClr>
              </a:buClr>
              <a:buSzPct val="90000"/>
              <a:buFont typeface="Wingdings" pitchFamily="2" charset="2"/>
              <a:buChar char=""/>
              <a:defRPr sz="1800" kern="1200">
                <a:solidFill>
                  <a:schemeClr val="tx1">
                    <a:lumMod val="85000"/>
                    <a:lumOff val="15000"/>
                  </a:schemeClr>
                </a:solidFill>
                <a:latin typeface="+mn-lt"/>
                <a:ea typeface="+mn-ea"/>
                <a:cs typeface="+mn-cs"/>
              </a:defRPr>
            </a:lvl4pPr>
            <a:lvl5pPr marL="1939925" indent="-331788" algn="l" defTabSz="914400" rtl="0" eaLnBrk="1" latinLnBrk="0" hangingPunct="1">
              <a:spcBef>
                <a:spcPts val="600"/>
              </a:spcBef>
              <a:buClr>
                <a:schemeClr val="bg1">
                  <a:lumMod val="65000"/>
                </a:schemeClr>
              </a:buClr>
              <a:buSzPct val="90000"/>
              <a:buFont typeface="Wingdings" pitchFamily="2" charset="2"/>
              <a:buChar char=""/>
              <a:defRPr sz="1800" kern="1200">
                <a:solidFill>
                  <a:schemeClr val="tx1">
                    <a:lumMod val="85000"/>
                    <a:lumOff val="15000"/>
                  </a:schemeClr>
                </a:solidFill>
                <a:latin typeface="+mn-lt"/>
                <a:ea typeface="+mn-ea"/>
                <a:cs typeface="+mn-cs"/>
              </a:defRPr>
            </a:lvl5pPr>
            <a:lvl6pPr marL="229076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6pPr>
            <a:lvl7pPr marL="2625725"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7pPr>
            <a:lvl8pPr marL="297021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8pPr>
            <a:lvl9pPr marL="3313113"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a:solidFill>
                  <a:schemeClr val="tx1">
                    <a:lumMod val="85000"/>
                    <a:lumOff val="15000"/>
                  </a:schemeClr>
                </a:solidFill>
                <a:latin typeface="+mn-lt"/>
                <a:ea typeface="+mn-ea"/>
                <a:cs typeface="+mn-cs"/>
              </a:defRPr>
            </a:lvl9pPr>
          </a:lstStyle>
          <a:p>
            <a:pPr marL="0" indent="0">
              <a:buNone/>
            </a:pPr>
            <a:r>
              <a:rPr lang="en-US" sz="2800" b="1" dirty="0"/>
              <a:t>Internet</a:t>
            </a:r>
            <a:endParaRPr lang="en-US" sz="2600" b="1" dirty="0">
              <a:solidFill>
                <a:schemeClr val="tx1"/>
              </a:solidFill>
            </a:endParaRPr>
          </a:p>
        </p:txBody>
      </p:sp>
      <p:sp>
        <p:nvSpPr>
          <p:cNvPr id="5" name="TextBox 4">
            <a:extLst>
              <a:ext uri="{FF2B5EF4-FFF2-40B4-BE49-F238E27FC236}">
                <a16:creationId xmlns:a16="http://schemas.microsoft.com/office/drawing/2014/main" id="{53BED9D7-DC35-6145-B086-E1B62BC08349}"/>
              </a:ext>
            </a:extLst>
          </p:cNvPr>
          <p:cNvSpPr txBox="1"/>
          <p:nvPr/>
        </p:nvSpPr>
        <p:spPr>
          <a:xfrm>
            <a:off x="335494" y="1282195"/>
            <a:ext cx="8651752" cy="1200329"/>
          </a:xfrm>
          <a:prstGeom prst="rect">
            <a:avLst/>
          </a:prstGeom>
          <a:noFill/>
        </p:spPr>
        <p:txBody>
          <a:bodyPr wrap="square" rtlCol="0">
            <a:spAutoFit/>
          </a:bodyPr>
          <a:lstStyle/>
          <a:p>
            <a:r>
              <a:rPr lang="en-US" sz="2400" dirty="0"/>
              <a:t>The Internet is a global network of interconnected computers and devices that communicate with each other using standardized protocols. Use the </a:t>
            </a:r>
            <a:r>
              <a:rPr lang="en-US" sz="2400" b="1" dirty="0"/>
              <a:t>standard Internet Protocol Suite (TCP/IP)</a:t>
            </a:r>
            <a:r>
              <a:rPr lang="en-US" sz="2400" dirty="0"/>
              <a:t>.</a:t>
            </a:r>
          </a:p>
        </p:txBody>
      </p:sp>
      <p:sp>
        <p:nvSpPr>
          <p:cNvPr id="3" name="Rectangle 1">
            <a:extLst>
              <a:ext uri="{FF2B5EF4-FFF2-40B4-BE49-F238E27FC236}">
                <a16:creationId xmlns:a16="http://schemas.microsoft.com/office/drawing/2014/main" id="{C805C252-D8AB-90CB-EFF5-23838E95267C}"/>
              </a:ext>
            </a:extLst>
          </p:cNvPr>
          <p:cNvSpPr>
            <a:spLocks noChangeArrowheads="1"/>
          </p:cNvSpPr>
          <p:nvPr/>
        </p:nvSpPr>
        <p:spPr bwMode="auto">
          <a:xfrm>
            <a:off x="226777" y="2540143"/>
            <a:ext cx="8651751" cy="37856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lang="en-US" altLang="en-US" sz="2400" dirty="0"/>
              <a:t>different types of networks (Based on </a:t>
            </a:r>
            <a:r>
              <a:rPr lang="en-US" altLang="en-US" sz="2400" b="1" dirty="0"/>
              <a:t>Size and Coverage</a:t>
            </a:r>
            <a:r>
              <a:rPr lang="en-US" altLang="en-US" sz="2400" dirty="0"/>
              <a:t>):</a:t>
            </a:r>
          </a:p>
          <a:p>
            <a:pPr marL="0" marR="0" lvl="0" indent="0" algn="l" defTabSz="914400" rtl="0" eaLnBrk="0" fontAlgn="base" latinLnBrk="0" hangingPunct="0">
              <a:lnSpc>
                <a:spcPct val="100000"/>
              </a:lnSpc>
              <a:spcBef>
                <a:spcPct val="0"/>
              </a:spcBef>
              <a:spcAft>
                <a:spcPct val="0"/>
              </a:spcAft>
              <a:buClrTx/>
              <a:buSzTx/>
              <a:buFontTx/>
              <a:buNone/>
              <a:tabLst/>
            </a:pPr>
            <a:r>
              <a:rPr lang="en-US" altLang="en-US" sz="2400" dirty="0"/>
              <a:t>a. Personal Area Network (</a:t>
            </a:r>
            <a:r>
              <a:rPr lang="en-US" altLang="en-US" sz="2400" b="1" dirty="0"/>
              <a:t>PAN</a:t>
            </a:r>
            <a:r>
              <a:rPr lang="en-US" altLang="en-US" sz="2400" dirty="0"/>
              <a:t>): small network used for connecting devices within 10 meters. Ex: Bluetooth connections between a smartphone and a wireless headset.</a:t>
            </a:r>
          </a:p>
          <a:p>
            <a:pPr marL="0" marR="0" lvl="0" indent="0" algn="l" defTabSz="914400" rtl="0" eaLnBrk="0" fontAlgn="base" latinLnBrk="0" hangingPunct="0">
              <a:lnSpc>
                <a:spcPct val="100000"/>
              </a:lnSpc>
              <a:spcBef>
                <a:spcPct val="0"/>
              </a:spcBef>
              <a:spcAft>
                <a:spcPct val="0"/>
              </a:spcAft>
              <a:buClrTx/>
              <a:buSzTx/>
              <a:buFontTx/>
              <a:buNone/>
              <a:tabLst/>
            </a:pPr>
            <a:r>
              <a:rPr lang="en-US" altLang="en-US" sz="2400" dirty="0"/>
              <a:t>b. Local Area Network (</a:t>
            </a:r>
            <a:r>
              <a:rPr lang="en-US" altLang="en-US" sz="2400" b="1" dirty="0"/>
              <a:t>LAN</a:t>
            </a:r>
            <a:r>
              <a:rPr lang="en-US" altLang="en-US" sz="2400" dirty="0"/>
              <a:t>):covers a small geographic area, such as a home, office, or building.</a:t>
            </a:r>
          </a:p>
          <a:p>
            <a:pPr marL="0" marR="0" lvl="0" indent="0" algn="l" defTabSz="914400" rtl="0" eaLnBrk="0" fontAlgn="base" latinLnBrk="0" hangingPunct="0">
              <a:lnSpc>
                <a:spcPct val="100000"/>
              </a:lnSpc>
              <a:spcBef>
                <a:spcPct val="0"/>
              </a:spcBef>
              <a:spcAft>
                <a:spcPct val="0"/>
              </a:spcAft>
              <a:buClrTx/>
              <a:buSzTx/>
              <a:buFontTx/>
              <a:buNone/>
              <a:tabLst/>
            </a:pPr>
            <a:r>
              <a:rPr lang="en-US" altLang="en-US" sz="2400" dirty="0"/>
              <a:t>c. Metropolitan Area Network (</a:t>
            </a:r>
            <a:r>
              <a:rPr lang="en-US" altLang="en-US" sz="2400" b="1" dirty="0"/>
              <a:t>MAN</a:t>
            </a:r>
            <a:r>
              <a:rPr lang="en-US" altLang="en-US" sz="2400" dirty="0"/>
              <a:t>): spans a city or a large campus.</a:t>
            </a:r>
          </a:p>
          <a:p>
            <a:pPr marL="0" marR="0" lvl="0" indent="0" algn="l" defTabSz="914400" rtl="0" eaLnBrk="0" fontAlgn="base" latinLnBrk="0" hangingPunct="0">
              <a:lnSpc>
                <a:spcPct val="100000"/>
              </a:lnSpc>
              <a:spcBef>
                <a:spcPct val="0"/>
              </a:spcBef>
              <a:spcAft>
                <a:spcPct val="0"/>
              </a:spcAft>
              <a:buClrTx/>
              <a:buSzTx/>
              <a:buFontTx/>
              <a:buNone/>
              <a:tabLst/>
            </a:pPr>
            <a:r>
              <a:rPr lang="en-US" altLang="en-US" sz="2400" dirty="0"/>
              <a:t>d. Wide Area Network (</a:t>
            </a:r>
            <a:r>
              <a:rPr lang="en-US" altLang="en-US" sz="2400" b="1" dirty="0"/>
              <a:t>WAN</a:t>
            </a:r>
            <a:r>
              <a:rPr lang="en-US" altLang="en-US" sz="2400" dirty="0"/>
              <a:t>):covers a large geographic area, such as a country or the entire world.</a:t>
            </a:r>
          </a:p>
        </p:txBody>
      </p:sp>
    </p:spTree>
    <p:extLst>
      <p:ext uri="{BB962C8B-B14F-4D97-AF65-F5344CB8AC3E}">
        <p14:creationId xmlns:p14="http://schemas.microsoft.com/office/powerpoint/2010/main" val="382953333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DE0FBB1-B7F1-E349-BEA4-380A5BBFE6DC}"/>
            </a:ext>
          </a:extLst>
        </p:cNvPr>
        <p:cNvGrpSpPr/>
        <p:nvPr/>
      </p:nvGrpSpPr>
      <p:grpSpPr>
        <a:xfrm>
          <a:off x="0" y="0"/>
          <a:ext cx="0" cy="0"/>
          <a:chOff x="0" y="0"/>
          <a:chExt cx="0" cy="0"/>
        </a:xfrm>
      </p:grpSpPr>
      <p:sp>
        <p:nvSpPr>
          <p:cNvPr id="2" name="Subtitle 2">
            <a:extLst>
              <a:ext uri="{FF2B5EF4-FFF2-40B4-BE49-F238E27FC236}">
                <a16:creationId xmlns:a16="http://schemas.microsoft.com/office/drawing/2014/main" id="{F37F3598-5E21-F326-FA7A-34668D564598}"/>
              </a:ext>
            </a:extLst>
          </p:cNvPr>
          <p:cNvSpPr txBox="1">
            <a:spLocks/>
          </p:cNvSpPr>
          <p:nvPr/>
        </p:nvSpPr>
        <p:spPr>
          <a:xfrm>
            <a:off x="335494" y="731162"/>
            <a:ext cx="6543608" cy="493414"/>
          </a:xfrm>
          <a:prstGeom prst="rect">
            <a:avLst/>
          </a:prstGeom>
        </p:spPr>
        <p:txBody>
          <a:bodyPr>
            <a:normAutofit lnSpcReduction="10000"/>
          </a:bodyPr>
          <a:lstStyle>
            <a:lvl1pPr marL="454025" indent="-454025" algn="l" defTabSz="914400" rtl="0" eaLnBrk="1" latinLnBrk="0" hangingPunct="1">
              <a:spcBef>
                <a:spcPts val="2000"/>
              </a:spcBef>
              <a:buClr>
                <a:schemeClr val="bg1">
                  <a:lumMod val="65000"/>
                </a:schemeClr>
              </a:buClr>
              <a:buSzPct val="90000"/>
              <a:buFont typeface="Wingdings" pitchFamily="2" charset="2"/>
              <a:buChar char=""/>
              <a:defRPr sz="2400" kern="1200">
                <a:solidFill>
                  <a:schemeClr val="tx1">
                    <a:lumMod val="85000"/>
                    <a:lumOff val="15000"/>
                  </a:schemeClr>
                </a:solidFill>
                <a:latin typeface="+mn-lt"/>
                <a:ea typeface="+mn-ea"/>
                <a:cs typeface="+mn-cs"/>
              </a:defRPr>
            </a:lvl1pPr>
            <a:lvl2pPr marL="914400" indent="-457200" algn="l" defTabSz="914400" rtl="0" eaLnBrk="1" latinLnBrk="0" hangingPunct="1">
              <a:spcBef>
                <a:spcPts val="600"/>
              </a:spcBef>
              <a:buClr>
                <a:schemeClr val="tx1">
                  <a:lumMod val="75000"/>
                  <a:lumOff val="25000"/>
                </a:schemeClr>
              </a:buClr>
              <a:buSzPct val="90000"/>
              <a:buFont typeface="Wingdings" pitchFamily="2" charset="2"/>
              <a:buChar char=""/>
              <a:defRPr sz="2200" kern="1200">
                <a:solidFill>
                  <a:schemeClr val="tx1">
                    <a:lumMod val="85000"/>
                    <a:lumOff val="15000"/>
                  </a:schemeClr>
                </a:solidFill>
                <a:latin typeface="+mn-lt"/>
                <a:ea typeface="+mn-ea"/>
                <a:cs typeface="+mn-cs"/>
              </a:defRPr>
            </a:lvl2pPr>
            <a:lvl3pPr marL="1260475" indent="-346075" algn="l" defTabSz="914400" rtl="0" eaLnBrk="1" latinLnBrk="0" hangingPunct="1">
              <a:spcBef>
                <a:spcPts val="600"/>
              </a:spcBef>
              <a:buClr>
                <a:schemeClr val="bg1">
                  <a:lumMod val="65000"/>
                </a:schemeClr>
              </a:buClr>
              <a:buSzPct val="90000"/>
              <a:buFont typeface="Wingdings" pitchFamily="2" charset="2"/>
              <a:buChar char=""/>
              <a:defRPr sz="2000" kern="1200">
                <a:solidFill>
                  <a:schemeClr val="tx1">
                    <a:lumMod val="85000"/>
                    <a:lumOff val="15000"/>
                  </a:schemeClr>
                </a:solidFill>
                <a:latin typeface="+mn-lt"/>
                <a:ea typeface="+mn-ea"/>
                <a:cs typeface="+mn-cs"/>
              </a:defRPr>
            </a:lvl3pPr>
            <a:lvl4pPr marL="1600200" indent="-339725" algn="l" defTabSz="914400" rtl="0" eaLnBrk="1" latinLnBrk="0" hangingPunct="1">
              <a:spcBef>
                <a:spcPts val="600"/>
              </a:spcBef>
              <a:buClr>
                <a:schemeClr val="tx1">
                  <a:lumMod val="75000"/>
                  <a:lumOff val="25000"/>
                </a:schemeClr>
              </a:buClr>
              <a:buSzPct val="90000"/>
              <a:buFont typeface="Wingdings" pitchFamily="2" charset="2"/>
              <a:buChar char=""/>
              <a:defRPr sz="1800" kern="1200">
                <a:solidFill>
                  <a:schemeClr val="tx1">
                    <a:lumMod val="85000"/>
                    <a:lumOff val="15000"/>
                  </a:schemeClr>
                </a:solidFill>
                <a:latin typeface="+mn-lt"/>
                <a:ea typeface="+mn-ea"/>
                <a:cs typeface="+mn-cs"/>
              </a:defRPr>
            </a:lvl4pPr>
            <a:lvl5pPr marL="1939925" indent="-331788" algn="l" defTabSz="914400" rtl="0" eaLnBrk="1" latinLnBrk="0" hangingPunct="1">
              <a:spcBef>
                <a:spcPts val="600"/>
              </a:spcBef>
              <a:buClr>
                <a:schemeClr val="bg1">
                  <a:lumMod val="65000"/>
                </a:schemeClr>
              </a:buClr>
              <a:buSzPct val="90000"/>
              <a:buFont typeface="Wingdings" pitchFamily="2" charset="2"/>
              <a:buChar char=""/>
              <a:defRPr sz="1800" kern="1200">
                <a:solidFill>
                  <a:schemeClr val="tx1">
                    <a:lumMod val="85000"/>
                    <a:lumOff val="15000"/>
                  </a:schemeClr>
                </a:solidFill>
                <a:latin typeface="+mn-lt"/>
                <a:ea typeface="+mn-ea"/>
                <a:cs typeface="+mn-cs"/>
              </a:defRPr>
            </a:lvl5pPr>
            <a:lvl6pPr marL="229076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6pPr>
            <a:lvl7pPr marL="2625725"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7pPr>
            <a:lvl8pPr marL="297021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8pPr>
            <a:lvl9pPr marL="3313113"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a:solidFill>
                  <a:schemeClr val="tx1">
                    <a:lumMod val="85000"/>
                    <a:lumOff val="15000"/>
                  </a:schemeClr>
                </a:solidFill>
                <a:latin typeface="+mn-lt"/>
                <a:ea typeface="+mn-ea"/>
                <a:cs typeface="+mn-cs"/>
              </a:defRPr>
            </a:lvl9pPr>
          </a:lstStyle>
          <a:p>
            <a:pPr marL="0" indent="0">
              <a:buNone/>
            </a:pPr>
            <a:r>
              <a:rPr lang="en-US" sz="2800" b="1" dirty="0"/>
              <a:t>Network Address Translation (NAT)</a:t>
            </a:r>
            <a:endParaRPr lang="en-US" sz="2600" b="1" dirty="0">
              <a:solidFill>
                <a:schemeClr val="tx1"/>
              </a:solidFill>
            </a:endParaRPr>
          </a:p>
        </p:txBody>
      </p:sp>
      <p:sp>
        <p:nvSpPr>
          <p:cNvPr id="9" name="TextBox 8">
            <a:extLst>
              <a:ext uri="{FF2B5EF4-FFF2-40B4-BE49-F238E27FC236}">
                <a16:creationId xmlns:a16="http://schemas.microsoft.com/office/drawing/2014/main" id="{C06784B1-6045-3008-05FE-7551CEDB415E}"/>
              </a:ext>
            </a:extLst>
          </p:cNvPr>
          <p:cNvSpPr txBox="1"/>
          <p:nvPr/>
        </p:nvSpPr>
        <p:spPr>
          <a:xfrm>
            <a:off x="246124" y="1327354"/>
            <a:ext cx="8651751" cy="5262979"/>
          </a:xfrm>
          <a:prstGeom prst="rect">
            <a:avLst/>
          </a:prstGeom>
          <a:noFill/>
        </p:spPr>
        <p:txBody>
          <a:bodyPr wrap="square">
            <a:spAutoFit/>
          </a:bodyPr>
          <a:lstStyle/>
          <a:p>
            <a:r>
              <a:rPr lang="en-US" sz="2400" dirty="0"/>
              <a:t>Network Address Translation (NAT) is a technique used in networking to modify the IP address information in the headers of packets as they pass through a router or firewall. </a:t>
            </a:r>
          </a:p>
          <a:p>
            <a:endParaRPr lang="en-US" sz="2400" dirty="0"/>
          </a:p>
          <a:p>
            <a:pPr marL="285750" indent="-285750">
              <a:buFont typeface="Arial" panose="020B0604020202020204" pitchFamily="34" charset="0"/>
              <a:buChar char="•"/>
            </a:pPr>
            <a:r>
              <a:rPr lang="en-US" sz="2400" dirty="0"/>
              <a:t>used to enable multiple devices on a local network to share a single public IP address for accessing the internet.</a:t>
            </a:r>
          </a:p>
          <a:p>
            <a:pPr marL="285750" indent="-285750">
              <a:buFont typeface="Arial" panose="020B0604020202020204" pitchFamily="34" charset="0"/>
              <a:buChar char="•"/>
            </a:pPr>
            <a:r>
              <a:rPr lang="en-US" sz="2400" dirty="0"/>
              <a:t>conserve IP addresses and enhancing network security.</a:t>
            </a:r>
          </a:p>
          <a:p>
            <a:endParaRPr lang="en-US" sz="2400" dirty="0"/>
          </a:p>
          <a:p>
            <a:pPr marL="285750" indent="-285750">
              <a:buFont typeface="Arial" panose="020B0604020202020204" pitchFamily="34" charset="0"/>
              <a:buChar char="•"/>
            </a:pPr>
            <a:r>
              <a:rPr lang="en-US" sz="2400" dirty="0"/>
              <a:t>Private IP Addresses: Used within a local network (e.g., home or office). These addresses are not routable on the internet. Examples: 192.168.x.x, 10.x.x.x, 172.16.x.x.</a:t>
            </a:r>
          </a:p>
          <a:p>
            <a:endParaRPr lang="en-US" sz="2400" dirty="0"/>
          </a:p>
          <a:p>
            <a:pPr marL="285750" indent="-285750">
              <a:buFont typeface="Arial" panose="020B0604020202020204" pitchFamily="34" charset="0"/>
              <a:buChar char="•"/>
            </a:pPr>
            <a:r>
              <a:rPr lang="en-US" sz="2400" dirty="0"/>
              <a:t>Public IP Addresses: Used on the internet and assigned by Internet Service Providers (ISPs).</a:t>
            </a:r>
          </a:p>
        </p:txBody>
      </p:sp>
    </p:spTree>
    <p:extLst>
      <p:ext uri="{BB962C8B-B14F-4D97-AF65-F5344CB8AC3E}">
        <p14:creationId xmlns:p14="http://schemas.microsoft.com/office/powerpoint/2010/main" val="420744719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E8B5338-B747-18DE-B65B-182C3FB461D0}"/>
            </a:ext>
          </a:extLst>
        </p:cNvPr>
        <p:cNvGrpSpPr/>
        <p:nvPr/>
      </p:nvGrpSpPr>
      <p:grpSpPr>
        <a:xfrm>
          <a:off x="0" y="0"/>
          <a:ext cx="0" cy="0"/>
          <a:chOff x="0" y="0"/>
          <a:chExt cx="0" cy="0"/>
        </a:xfrm>
      </p:grpSpPr>
      <p:sp>
        <p:nvSpPr>
          <p:cNvPr id="2" name="Subtitle 2">
            <a:extLst>
              <a:ext uri="{FF2B5EF4-FFF2-40B4-BE49-F238E27FC236}">
                <a16:creationId xmlns:a16="http://schemas.microsoft.com/office/drawing/2014/main" id="{8B677169-5E18-66E1-6B27-D28D0527B758}"/>
              </a:ext>
            </a:extLst>
          </p:cNvPr>
          <p:cNvSpPr txBox="1">
            <a:spLocks/>
          </p:cNvSpPr>
          <p:nvPr/>
        </p:nvSpPr>
        <p:spPr>
          <a:xfrm>
            <a:off x="335494" y="731162"/>
            <a:ext cx="6543608" cy="493414"/>
          </a:xfrm>
          <a:prstGeom prst="rect">
            <a:avLst/>
          </a:prstGeom>
        </p:spPr>
        <p:txBody>
          <a:bodyPr>
            <a:normAutofit lnSpcReduction="10000"/>
          </a:bodyPr>
          <a:lstStyle>
            <a:lvl1pPr marL="454025" indent="-454025" algn="l" defTabSz="914400" rtl="0" eaLnBrk="1" latinLnBrk="0" hangingPunct="1">
              <a:spcBef>
                <a:spcPts val="2000"/>
              </a:spcBef>
              <a:buClr>
                <a:schemeClr val="bg1">
                  <a:lumMod val="65000"/>
                </a:schemeClr>
              </a:buClr>
              <a:buSzPct val="90000"/>
              <a:buFont typeface="Wingdings" pitchFamily="2" charset="2"/>
              <a:buChar char=""/>
              <a:defRPr sz="2400" kern="1200">
                <a:solidFill>
                  <a:schemeClr val="tx1">
                    <a:lumMod val="85000"/>
                    <a:lumOff val="15000"/>
                  </a:schemeClr>
                </a:solidFill>
                <a:latin typeface="+mn-lt"/>
                <a:ea typeface="+mn-ea"/>
                <a:cs typeface="+mn-cs"/>
              </a:defRPr>
            </a:lvl1pPr>
            <a:lvl2pPr marL="914400" indent="-457200" algn="l" defTabSz="914400" rtl="0" eaLnBrk="1" latinLnBrk="0" hangingPunct="1">
              <a:spcBef>
                <a:spcPts val="600"/>
              </a:spcBef>
              <a:buClr>
                <a:schemeClr val="tx1">
                  <a:lumMod val="75000"/>
                  <a:lumOff val="25000"/>
                </a:schemeClr>
              </a:buClr>
              <a:buSzPct val="90000"/>
              <a:buFont typeface="Wingdings" pitchFamily="2" charset="2"/>
              <a:buChar char=""/>
              <a:defRPr sz="2200" kern="1200">
                <a:solidFill>
                  <a:schemeClr val="tx1">
                    <a:lumMod val="85000"/>
                    <a:lumOff val="15000"/>
                  </a:schemeClr>
                </a:solidFill>
                <a:latin typeface="+mn-lt"/>
                <a:ea typeface="+mn-ea"/>
                <a:cs typeface="+mn-cs"/>
              </a:defRPr>
            </a:lvl2pPr>
            <a:lvl3pPr marL="1260475" indent="-346075" algn="l" defTabSz="914400" rtl="0" eaLnBrk="1" latinLnBrk="0" hangingPunct="1">
              <a:spcBef>
                <a:spcPts val="600"/>
              </a:spcBef>
              <a:buClr>
                <a:schemeClr val="bg1">
                  <a:lumMod val="65000"/>
                </a:schemeClr>
              </a:buClr>
              <a:buSzPct val="90000"/>
              <a:buFont typeface="Wingdings" pitchFamily="2" charset="2"/>
              <a:buChar char=""/>
              <a:defRPr sz="2000" kern="1200">
                <a:solidFill>
                  <a:schemeClr val="tx1">
                    <a:lumMod val="85000"/>
                    <a:lumOff val="15000"/>
                  </a:schemeClr>
                </a:solidFill>
                <a:latin typeface="+mn-lt"/>
                <a:ea typeface="+mn-ea"/>
                <a:cs typeface="+mn-cs"/>
              </a:defRPr>
            </a:lvl3pPr>
            <a:lvl4pPr marL="1600200" indent="-339725" algn="l" defTabSz="914400" rtl="0" eaLnBrk="1" latinLnBrk="0" hangingPunct="1">
              <a:spcBef>
                <a:spcPts val="600"/>
              </a:spcBef>
              <a:buClr>
                <a:schemeClr val="tx1">
                  <a:lumMod val="75000"/>
                  <a:lumOff val="25000"/>
                </a:schemeClr>
              </a:buClr>
              <a:buSzPct val="90000"/>
              <a:buFont typeface="Wingdings" pitchFamily="2" charset="2"/>
              <a:buChar char=""/>
              <a:defRPr sz="1800" kern="1200">
                <a:solidFill>
                  <a:schemeClr val="tx1">
                    <a:lumMod val="85000"/>
                    <a:lumOff val="15000"/>
                  </a:schemeClr>
                </a:solidFill>
                <a:latin typeface="+mn-lt"/>
                <a:ea typeface="+mn-ea"/>
                <a:cs typeface="+mn-cs"/>
              </a:defRPr>
            </a:lvl4pPr>
            <a:lvl5pPr marL="1939925" indent="-331788" algn="l" defTabSz="914400" rtl="0" eaLnBrk="1" latinLnBrk="0" hangingPunct="1">
              <a:spcBef>
                <a:spcPts val="600"/>
              </a:spcBef>
              <a:buClr>
                <a:schemeClr val="bg1">
                  <a:lumMod val="65000"/>
                </a:schemeClr>
              </a:buClr>
              <a:buSzPct val="90000"/>
              <a:buFont typeface="Wingdings" pitchFamily="2" charset="2"/>
              <a:buChar char=""/>
              <a:defRPr sz="1800" kern="1200">
                <a:solidFill>
                  <a:schemeClr val="tx1">
                    <a:lumMod val="85000"/>
                    <a:lumOff val="15000"/>
                  </a:schemeClr>
                </a:solidFill>
                <a:latin typeface="+mn-lt"/>
                <a:ea typeface="+mn-ea"/>
                <a:cs typeface="+mn-cs"/>
              </a:defRPr>
            </a:lvl5pPr>
            <a:lvl6pPr marL="229076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6pPr>
            <a:lvl7pPr marL="2625725"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7pPr>
            <a:lvl8pPr marL="297021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8pPr>
            <a:lvl9pPr marL="3313113"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a:solidFill>
                  <a:schemeClr val="tx1">
                    <a:lumMod val="85000"/>
                    <a:lumOff val="15000"/>
                  </a:schemeClr>
                </a:solidFill>
                <a:latin typeface="+mn-lt"/>
                <a:ea typeface="+mn-ea"/>
                <a:cs typeface="+mn-cs"/>
              </a:defRPr>
            </a:lvl9pPr>
          </a:lstStyle>
          <a:p>
            <a:pPr marL="0" indent="0">
              <a:buNone/>
            </a:pPr>
            <a:r>
              <a:rPr lang="en-US" sz="2800" b="1"/>
              <a:t>Network Address Translation (NAT)</a:t>
            </a:r>
            <a:endParaRPr lang="en-US" sz="2600" b="1" dirty="0">
              <a:solidFill>
                <a:schemeClr val="tx1"/>
              </a:solidFill>
            </a:endParaRPr>
          </a:p>
        </p:txBody>
      </p:sp>
      <p:pic>
        <p:nvPicPr>
          <p:cNvPr id="4" name="Picture 3">
            <a:extLst>
              <a:ext uri="{FF2B5EF4-FFF2-40B4-BE49-F238E27FC236}">
                <a16:creationId xmlns:a16="http://schemas.microsoft.com/office/drawing/2014/main" id="{258B66B8-1DD6-CF43-7833-260AE1717532}"/>
              </a:ext>
            </a:extLst>
          </p:cNvPr>
          <p:cNvPicPr>
            <a:picLocks noChangeAspect="1"/>
          </p:cNvPicPr>
          <p:nvPr/>
        </p:nvPicPr>
        <p:blipFill>
          <a:blip r:embed="rId2"/>
          <a:stretch>
            <a:fillRect/>
          </a:stretch>
        </p:blipFill>
        <p:spPr>
          <a:xfrm>
            <a:off x="768452" y="1942892"/>
            <a:ext cx="7166180" cy="3751424"/>
          </a:xfrm>
          <a:prstGeom prst="rect">
            <a:avLst/>
          </a:prstGeom>
        </p:spPr>
      </p:pic>
    </p:spTree>
    <p:extLst>
      <p:ext uri="{BB962C8B-B14F-4D97-AF65-F5344CB8AC3E}">
        <p14:creationId xmlns:p14="http://schemas.microsoft.com/office/powerpoint/2010/main" val="138995925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388E65B-45AC-C2EA-84A5-991A240CF5D3}"/>
            </a:ext>
          </a:extLst>
        </p:cNvPr>
        <p:cNvGrpSpPr/>
        <p:nvPr/>
      </p:nvGrpSpPr>
      <p:grpSpPr>
        <a:xfrm>
          <a:off x="0" y="0"/>
          <a:ext cx="0" cy="0"/>
          <a:chOff x="0" y="0"/>
          <a:chExt cx="0" cy="0"/>
        </a:xfrm>
      </p:grpSpPr>
      <p:sp>
        <p:nvSpPr>
          <p:cNvPr id="2" name="Subtitle 2">
            <a:extLst>
              <a:ext uri="{FF2B5EF4-FFF2-40B4-BE49-F238E27FC236}">
                <a16:creationId xmlns:a16="http://schemas.microsoft.com/office/drawing/2014/main" id="{DE3AAD74-371D-E6D1-04BB-7D8FE5ACAD2C}"/>
              </a:ext>
            </a:extLst>
          </p:cNvPr>
          <p:cNvSpPr txBox="1">
            <a:spLocks/>
          </p:cNvSpPr>
          <p:nvPr/>
        </p:nvSpPr>
        <p:spPr>
          <a:xfrm>
            <a:off x="335494" y="731162"/>
            <a:ext cx="6543608" cy="493414"/>
          </a:xfrm>
          <a:prstGeom prst="rect">
            <a:avLst/>
          </a:prstGeom>
        </p:spPr>
        <p:txBody>
          <a:bodyPr>
            <a:normAutofit lnSpcReduction="10000"/>
          </a:bodyPr>
          <a:lstStyle>
            <a:lvl1pPr marL="454025" indent="-454025" algn="l" defTabSz="914400" rtl="0" eaLnBrk="1" latinLnBrk="0" hangingPunct="1">
              <a:spcBef>
                <a:spcPts val="2000"/>
              </a:spcBef>
              <a:buClr>
                <a:schemeClr val="bg1">
                  <a:lumMod val="65000"/>
                </a:schemeClr>
              </a:buClr>
              <a:buSzPct val="90000"/>
              <a:buFont typeface="Wingdings" pitchFamily="2" charset="2"/>
              <a:buChar char=""/>
              <a:defRPr sz="2400" kern="1200">
                <a:solidFill>
                  <a:schemeClr val="tx1">
                    <a:lumMod val="85000"/>
                    <a:lumOff val="15000"/>
                  </a:schemeClr>
                </a:solidFill>
                <a:latin typeface="+mn-lt"/>
                <a:ea typeface="+mn-ea"/>
                <a:cs typeface="+mn-cs"/>
              </a:defRPr>
            </a:lvl1pPr>
            <a:lvl2pPr marL="914400" indent="-457200" algn="l" defTabSz="914400" rtl="0" eaLnBrk="1" latinLnBrk="0" hangingPunct="1">
              <a:spcBef>
                <a:spcPts val="600"/>
              </a:spcBef>
              <a:buClr>
                <a:schemeClr val="tx1">
                  <a:lumMod val="75000"/>
                  <a:lumOff val="25000"/>
                </a:schemeClr>
              </a:buClr>
              <a:buSzPct val="90000"/>
              <a:buFont typeface="Wingdings" pitchFamily="2" charset="2"/>
              <a:buChar char=""/>
              <a:defRPr sz="2200" kern="1200">
                <a:solidFill>
                  <a:schemeClr val="tx1">
                    <a:lumMod val="85000"/>
                    <a:lumOff val="15000"/>
                  </a:schemeClr>
                </a:solidFill>
                <a:latin typeface="+mn-lt"/>
                <a:ea typeface="+mn-ea"/>
                <a:cs typeface="+mn-cs"/>
              </a:defRPr>
            </a:lvl2pPr>
            <a:lvl3pPr marL="1260475" indent="-346075" algn="l" defTabSz="914400" rtl="0" eaLnBrk="1" latinLnBrk="0" hangingPunct="1">
              <a:spcBef>
                <a:spcPts val="600"/>
              </a:spcBef>
              <a:buClr>
                <a:schemeClr val="bg1">
                  <a:lumMod val="65000"/>
                </a:schemeClr>
              </a:buClr>
              <a:buSzPct val="90000"/>
              <a:buFont typeface="Wingdings" pitchFamily="2" charset="2"/>
              <a:buChar char=""/>
              <a:defRPr sz="2000" kern="1200">
                <a:solidFill>
                  <a:schemeClr val="tx1">
                    <a:lumMod val="85000"/>
                    <a:lumOff val="15000"/>
                  </a:schemeClr>
                </a:solidFill>
                <a:latin typeface="+mn-lt"/>
                <a:ea typeface="+mn-ea"/>
                <a:cs typeface="+mn-cs"/>
              </a:defRPr>
            </a:lvl3pPr>
            <a:lvl4pPr marL="1600200" indent="-339725" algn="l" defTabSz="914400" rtl="0" eaLnBrk="1" latinLnBrk="0" hangingPunct="1">
              <a:spcBef>
                <a:spcPts val="600"/>
              </a:spcBef>
              <a:buClr>
                <a:schemeClr val="tx1">
                  <a:lumMod val="75000"/>
                  <a:lumOff val="25000"/>
                </a:schemeClr>
              </a:buClr>
              <a:buSzPct val="90000"/>
              <a:buFont typeface="Wingdings" pitchFamily="2" charset="2"/>
              <a:buChar char=""/>
              <a:defRPr sz="1800" kern="1200">
                <a:solidFill>
                  <a:schemeClr val="tx1">
                    <a:lumMod val="85000"/>
                    <a:lumOff val="15000"/>
                  </a:schemeClr>
                </a:solidFill>
                <a:latin typeface="+mn-lt"/>
                <a:ea typeface="+mn-ea"/>
                <a:cs typeface="+mn-cs"/>
              </a:defRPr>
            </a:lvl4pPr>
            <a:lvl5pPr marL="1939925" indent="-331788" algn="l" defTabSz="914400" rtl="0" eaLnBrk="1" latinLnBrk="0" hangingPunct="1">
              <a:spcBef>
                <a:spcPts val="600"/>
              </a:spcBef>
              <a:buClr>
                <a:schemeClr val="bg1">
                  <a:lumMod val="65000"/>
                </a:schemeClr>
              </a:buClr>
              <a:buSzPct val="90000"/>
              <a:buFont typeface="Wingdings" pitchFamily="2" charset="2"/>
              <a:buChar char=""/>
              <a:defRPr sz="1800" kern="1200">
                <a:solidFill>
                  <a:schemeClr val="tx1">
                    <a:lumMod val="85000"/>
                    <a:lumOff val="15000"/>
                  </a:schemeClr>
                </a:solidFill>
                <a:latin typeface="+mn-lt"/>
                <a:ea typeface="+mn-ea"/>
                <a:cs typeface="+mn-cs"/>
              </a:defRPr>
            </a:lvl5pPr>
            <a:lvl6pPr marL="229076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6pPr>
            <a:lvl7pPr marL="2625725"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7pPr>
            <a:lvl8pPr marL="297021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8pPr>
            <a:lvl9pPr marL="3313113"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a:solidFill>
                  <a:schemeClr val="tx1">
                    <a:lumMod val="85000"/>
                    <a:lumOff val="15000"/>
                  </a:schemeClr>
                </a:solidFill>
                <a:latin typeface="+mn-lt"/>
                <a:ea typeface="+mn-ea"/>
                <a:cs typeface="+mn-cs"/>
              </a:defRPr>
            </a:lvl9pPr>
          </a:lstStyle>
          <a:p>
            <a:pPr marL="0" indent="0">
              <a:buNone/>
            </a:pPr>
            <a:r>
              <a:rPr lang="en-US" sz="2800" b="1" dirty="0"/>
              <a:t>Domain Name System</a:t>
            </a:r>
            <a:endParaRPr lang="en-US" sz="2600" b="1" dirty="0">
              <a:solidFill>
                <a:schemeClr val="tx1"/>
              </a:solidFill>
            </a:endParaRPr>
          </a:p>
        </p:txBody>
      </p:sp>
      <p:pic>
        <p:nvPicPr>
          <p:cNvPr id="1026" name="Picture 2" descr="What is DNS? How DNS Works?">
            <a:extLst>
              <a:ext uri="{FF2B5EF4-FFF2-40B4-BE49-F238E27FC236}">
                <a16:creationId xmlns:a16="http://schemas.microsoft.com/office/drawing/2014/main" id="{2849EA5C-9CF7-3E5F-3869-1ADCEEDBF5D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77525" y="3687250"/>
            <a:ext cx="6772275" cy="2905125"/>
          </a:xfrm>
          <a:prstGeom prst="rect">
            <a:avLst/>
          </a:prstGeom>
          <a:noFill/>
          <a:extLst>
            <a:ext uri="{909E8E84-426E-40DD-AFC4-6F175D3DCCD1}">
              <a14:hiddenFill xmlns:a14="http://schemas.microsoft.com/office/drawing/2010/main">
                <a:solidFill>
                  <a:srgbClr val="FFFFFF"/>
                </a:solidFill>
              </a14:hiddenFill>
            </a:ext>
          </a:extLst>
        </p:spPr>
      </p:pic>
      <p:sp>
        <p:nvSpPr>
          <p:cNvPr id="7" name="TextBox 6">
            <a:extLst>
              <a:ext uri="{FF2B5EF4-FFF2-40B4-BE49-F238E27FC236}">
                <a16:creationId xmlns:a16="http://schemas.microsoft.com/office/drawing/2014/main" id="{ACEAFF19-3526-5799-54AA-27661A2D1AE4}"/>
              </a:ext>
            </a:extLst>
          </p:cNvPr>
          <p:cNvSpPr txBox="1"/>
          <p:nvPr/>
        </p:nvSpPr>
        <p:spPr>
          <a:xfrm>
            <a:off x="335494" y="1593439"/>
            <a:ext cx="8056338" cy="2123658"/>
          </a:xfrm>
          <a:prstGeom prst="rect">
            <a:avLst/>
          </a:prstGeom>
          <a:noFill/>
        </p:spPr>
        <p:txBody>
          <a:bodyPr wrap="square">
            <a:spAutoFit/>
          </a:bodyPr>
          <a:lstStyle/>
          <a:p>
            <a:pPr algn="just"/>
            <a:r>
              <a:rPr lang="en-US" sz="2200" dirty="0"/>
              <a:t>DNS stands for Domain Name System, which is a system that translates </a:t>
            </a:r>
            <a:r>
              <a:rPr lang="en-US" sz="2200" b="1" dirty="0"/>
              <a:t>domain names </a:t>
            </a:r>
            <a:r>
              <a:rPr lang="en-US" sz="2200" dirty="0"/>
              <a:t>into </a:t>
            </a:r>
            <a:r>
              <a:rPr lang="en-US" sz="2200" b="1" dirty="0"/>
              <a:t>IP addresses</a:t>
            </a:r>
            <a:r>
              <a:rPr lang="en-US" sz="2200" dirty="0"/>
              <a:t>. This allows users to access websites and other internet resources by entering domain names like "www.google.com" instead of IP addresses. DNS is like the phone book of the web, organizing and identifying domains. </a:t>
            </a:r>
          </a:p>
          <a:p>
            <a:pPr algn="just"/>
            <a:endParaRPr lang="en-US" sz="2200" dirty="0"/>
          </a:p>
        </p:txBody>
      </p:sp>
    </p:spTree>
    <p:extLst>
      <p:ext uri="{BB962C8B-B14F-4D97-AF65-F5344CB8AC3E}">
        <p14:creationId xmlns:p14="http://schemas.microsoft.com/office/powerpoint/2010/main" val="73976606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F8655F-7E8A-44EC-F3D3-FDA84CC06674}"/>
            </a:ext>
          </a:extLst>
        </p:cNvPr>
        <p:cNvGrpSpPr/>
        <p:nvPr/>
      </p:nvGrpSpPr>
      <p:grpSpPr>
        <a:xfrm>
          <a:off x="0" y="0"/>
          <a:ext cx="0" cy="0"/>
          <a:chOff x="0" y="0"/>
          <a:chExt cx="0" cy="0"/>
        </a:xfrm>
      </p:grpSpPr>
      <p:sp>
        <p:nvSpPr>
          <p:cNvPr id="2" name="Subtitle 2">
            <a:extLst>
              <a:ext uri="{FF2B5EF4-FFF2-40B4-BE49-F238E27FC236}">
                <a16:creationId xmlns:a16="http://schemas.microsoft.com/office/drawing/2014/main" id="{309E6D21-EE66-C125-C886-957B9F5454A5}"/>
              </a:ext>
            </a:extLst>
          </p:cNvPr>
          <p:cNvSpPr txBox="1">
            <a:spLocks/>
          </p:cNvSpPr>
          <p:nvPr/>
        </p:nvSpPr>
        <p:spPr>
          <a:xfrm>
            <a:off x="335494" y="731162"/>
            <a:ext cx="6543608" cy="493414"/>
          </a:xfrm>
          <a:prstGeom prst="rect">
            <a:avLst/>
          </a:prstGeom>
        </p:spPr>
        <p:txBody>
          <a:bodyPr>
            <a:normAutofit lnSpcReduction="10000"/>
          </a:bodyPr>
          <a:lstStyle>
            <a:lvl1pPr marL="454025" indent="-454025" algn="l" defTabSz="914400" rtl="0" eaLnBrk="1" latinLnBrk="0" hangingPunct="1">
              <a:spcBef>
                <a:spcPts val="2000"/>
              </a:spcBef>
              <a:buClr>
                <a:schemeClr val="bg1">
                  <a:lumMod val="65000"/>
                </a:schemeClr>
              </a:buClr>
              <a:buSzPct val="90000"/>
              <a:buFont typeface="Wingdings" pitchFamily="2" charset="2"/>
              <a:buChar char=""/>
              <a:defRPr sz="2400" kern="1200">
                <a:solidFill>
                  <a:schemeClr val="tx1">
                    <a:lumMod val="85000"/>
                    <a:lumOff val="15000"/>
                  </a:schemeClr>
                </a:solidFill>
                <a:latin typeface="+mn-lt"/>
                <a:ea typeface="+mn-ea"/>
                <a:cs typeface="+mn-cs"/>
              </a:defRPr>
            </a:lvl1pPr>
            <a:lvl2pPr marL="914400" indent="-457200" algn="l" defTabSz="914400" rtl="0" eaLnBrk="1" latinLnBrk="0" hangingPunct="1">
              <a:spcBef>
                <a:spcPts val="600"/>
              </a:spcBef>
              <a:buClr>
                <a:schemeClr val="tx1">
                  <a:lumMod val="75000"/>
                  <a:lumOff val="25000"/>
                </a:schemeClr>
              </a:buClr>
              <a:buSzPct val="90000"/>
              <a:buFont typeface="Wingdings" pitchFamily="2" charset="2"/>
              <a:buChar char=""/>
              <a:defRPr sz="2200" kern="1200">
                <a:solidFill>
                  <a:schemeClr val="tx1">
                    <a:lumMod val="85000"/>
                    <a:lumOff val="15000"/>
                  </a:schemeClr>
                </a:solidFill>
                <a:latin typeface="+mn-lt"/>
                <a:ea typeface="+mn-ea"/>
                <a:cs typeface="+mn-cs"/>
              </a:defRPr>
            </a:lvl2pPr>
            <a:lvl3pPr marL="1260475" indent="-346075" algn="l" defTabSz="914400" rtl="0" eaLnBrk="1" latinLnBrk="0" hangingPunct="1">
              <a:spcBef>
                <a:spcPts val="600"/>
              </a:spcBef>
              <a:buClr>
                <a:schemeClr val="bg1">
                  <a:lumMod val="65000"/>
                </a:schemeClr>
              </a:buClr>
              <a:buSzPct val="90000"/>
              <a:buFont typeface="Wingdings" pitchFamily="2" charset="2"/>
              <a:buChar char=""/>
              <a:defRPr sz="2000" kern="1200">
                <a:solidFill>
                  <a:schemeClr val="tx1">
                    <a:lumMod val="85000"/>
                    <a:lumOff val="15000"/>
                  </a:schemeClr>
                </a:solidFill>
                <a:latin typeface="+mn-lt"/>
                <a:ea typeface="+mn-ea"/>
                <a:cs typeface="+mn-cs"/>
              </a:defRPr>
            </a:lvl3pPr>
            <a:lvl4pPr marL="1600200" indent="-339725" algn="l" defTabSz="914400" rtl="0" eaLnBrk="1" latinLnBrk="0" hangingPunct="1">
              <a:spcBef>
                <a:spcPts val="600"/>
              </a:spcBef>
              <a:buClr>
                <a:schemeClr val="tx1">
                  <a:lumMod val="75000"/>
                  <a:lumOff val="25000"/>
                </a:schemeClr>
              </a:buClr>
              <a:buSzPct val="90000"/>
              <a:buFont typeface="Wingdings" pitchFamily="2" charset="2"/>
              <a:buChar char=""/>
              <a:defRPr sz="1800" kern="1200">
                <a:solidFill>
                  <a:schemeClr val="tx1">
                    <a:lumMod val="85000"/>
                    <a:lumOff val="15000"/>
                  </a:schemeClr>
                </a:solidFill>
                <a:latin typeface="+mn-lt"/>
                <a:ea typeface="+mn-ea"/>
                <a:cs typeface="+mn-cs"/>
              </a:defRPr>
            </a:lvl4pPr>
            <a:lvl5pPr marL="1939925" indent="-331788" algn="l" defTabSz="914400" rtl="0" eaLnBrk="1" latinLnBrk="0" hangingPunct="1">
              <a:spcBef>
                <a:spcPts val="600"/>
              </a:spcBef>
              <a:buClr>
                <a:schemeClr val="bg1">
                  <a:lumMod val="65000"/>
                </a:schemeClr>
              </a:buClr>
              <a:buSzPct val="90000"/>
              <a:buFont typeface="Wingdings" pitchFamily="2" charset="2"/>
              <a:buChar char=""/>
              <a:defRPr sz="1800" kern="1200">
                <a:solidFill>
                  <a:schemeClr val="tx1">
                    <a:lumMod val="85000"/>
                    <a:lumOff val="15000"/>
                  </a:schemeClr>
                </a:solidFill>
                <a:latin typeface="+mn-lt"/>
                <a:ea typeface="+mn-ea"/>
                <a:cs typeface="+mn-cs"/>
              </a:defRPr>
            </a:lvl5pPr>
            <a:lvl6pPr marL="229076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6pPr>
            <a:lvl7pPr marL="2625725"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7pPr>
            <a:lvl8pPr marL="297021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8pPr>
            <a:lvl9pPr marL="3313113"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a:solidFill>
                  <a:schemeClr val="tx1">
                    <a:lumMod val="85000"/>
                    <a:lumOff val="15000"/>
                  </a:schemeClr>
                </a:solidFill>
                <a:latin typeface="+mn-lt"/>
                <a:ea typeface="+mn-ea"/>
                <a:cs typeface="+mn-cs"/>
              </a:defRPr>
            </a:lvl9pPr>
          </a:lstStyle>
          <a:p>
            <a:pPr marL="0" indent="0">
              <a:buNone/>
            </a:pPr>
            <a:r>
              <a:rPr lang="en-US" sz="2800" b="1" dirty="0"/>
              <a:t>World Wide Web</a:t>
            </a:r>
            <a:endParaRPr lang="en-US" sz="2600" b="1" dirty="0">
              <a:solidFill>
                <a:schemeClr val="tx1"/>
              </a:solidFill>
            </a:endParaRPr>
          </a:p>
        </p:txBody>
      </p:sp>
      <p:sp>
        <p:nvSpPr>
          <p:cNvPr id="5" name="TextBox 4">
            <a:extLst>
              <a:ext uri="{FF2B5EF4-FFF2-40B4-BE49-F238E27FC236}">
                <a16:creationId xmlns:a16="http://schemas.microsoft.com/office/drawing/2014/main" id="{72AAD4E8-838B-1BE2-4C9E-820290DC6008}"/>
              </a:ext>
            </a:extLst>
          </p:cNvPr>
          <p:cNvSpPr txBox="1"/>
          <p:nvPr/>
        </p:nvSpPr>
        <p:spPr>
          <a:xfrm>
            <a:off x="335494" y="1282195"/>
            <a:ext cx="8651752" cy="1938992"/>
          </a:xfrm>
          <a:prstGeom prst="rect">
            <a:avLst/>
          </a:prstGeom>
          <a:noFill/>
        </p:spPr>
        <p:txBody>
          <a:bodyPr wrap="square" rtlCol="0">
            <a:spAutoFit/>
          </a:bodyPr>
          <a:lstStyle/>
          <a:p>
            <a:pPr marL="285750" indent="-285750">
              <a:buFont typeface="Arial" pitchFamily="34" charset="0"/>
              <a:buChar char="•"/>
            </a:pPr>
            <a:r>
              <a:rPr lang="en-US" sz="2400" dirty="0"/>
              <a:t>commonly referred to as the Web, is a system of </a:t>
            </a:r>
            <a:r>
              <a:rPr lang="en-US" sz="2400" b="1" dirty="0"/>
              <a:t>interlinked hypertext documents </a:t>
            </a:r>
            <a:r>
              <a:rPr lang="en-US" sz="2400" dirty="0"/>
              <a:t>and </a:t>
            </a:r>
            <a:r>
              <a:rPr lang="en-US" sz="2400" b="1" dirty="0"/>
              <a:t>multimedia</a:t>
            </a:r>
            <a:r>
              <a:rPr lang="en-US" sz="2400" dirty="0"/>
              <a:t> content that can be </a:t>
            </a:r>
            <a:r>
              <a:rPr lang="en-US" sz="2400" b="1" dirty="0"/>
              <a:t>accessed over the Internet</a:t>
            </a:r>
            <a:r>
              <a:rPr lang="en-US" sz="2400" dirty="0"/>
              <a:t>. It was invented by Tim Berners-Lee in 1989 and has since become the most widely used service on the Internet. </a:t>
            </a:r>
          </a:p>
        </p:txBody>
      </p:sp>
      <p:graphicFrame>
        <p:nvGraphicFramePr>
          <p:cNvPr id="3" name="Table 2">
            <a:extLst>
              <a:ext uri="{FF2B5EF4-FFF2-40B4-BE49-F238E27FC236}">
                <a16:creationId xmlns:a16="http://schemas.microsoft.com/office/drawing/2014/main" id="{C1722901-77F1-3EEC-4B89-62739C47687D}"/>
              </a:ext>
            </a:extLst>
          </p:cNvPr>
          <p:cNvGraphicFramePr>
            <a:graphicFrameLocks noGrp="1"/>
          </p:cNvGraphicFramePr>
          <p:nvPr>
            <p:extLst>
              <p:ext uri="{D42A27DB-BD31-4B8C-83A1-F6EECF244321}">
                <p14:modId xmlns:p14="http://schemas.microsoft.com/office/powerpoint/2010/main" val="1566543981"/>
              </p:ext>
            </p:extLst>
          </p:nvPr>
        </p:nvGraphicFramePr>
        <p:xfrm>
          <a:off x="699022" y="3286378"/>
          <a:ext cx="7737055" cy="3293521"/>
        </p:xfrm>
        <a:graphic>
          <a:graphicData uri="http://schemas.openxmlformats.org/drawingml/2006/table">
            <a:tbl>
              <a:tblPr>
                <a:tableStyleId>{22838BEF-8BB2-4498-84A7-C5851F593DF1}</a:tableStyleId>
              </a:tblPr>
              <a:tblGrid>
                <a:gridCol w="2449607">
                  <a:extLst>
                    <a:ext uri="{9D8B030D-6E8A-4147-A177-3AD203B41FA5}">
                      <a16:colId xmlns:a16="http://schemas.microsoft.com/office/drawing/2014/main" val="710136420"/>
                    </a:ext>
                  </a:extLst>
                </a:gridCol>
                <a:gridCol w="5287448">
                  <a:extLst>
                    <a:ext uri="{9D8B030D-6E8A-4147-A177-3AD203B41FA5}">
                      <a16:colId xmlns:a16="http://schemas.microsoft.com/office/drawing/2014/main" val="865636011"/>
                    </a:ext>
                  </a:extLst>
                </a:gridCol>
              </a:tblGrid>
              <a:tr h="471312">
                <a:tc>
                  <a:txBody>
                    <a:bodyPr/>
                    <a:lstStyle/>
                    <a:p>
                      <a:pPr algn="ctr" rtl="0"/>
                      <a:r>
                        <a:rPr lang="en-US" sz="1800" b="1" dirty="0">
                          <a:effectLst/>
                        </a:rPr>
                        <a:t>Decade</a:t>
                      </a:r>
                    </a:p>
                  </a:txBody>
                  <a:tcPr marL="90331" marR="90331" marT="45165" marB="4516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solidFill>
                  </a:tcPr>
                </a:tc>
                <a:tc>
                  <a:txBody>
                    <a:bodyPr/>
                    <a:lstStyle/>
                    <a:p>
                      <a:pPr algn="ctr" rtl="0"/>
                      <a:r>
                        <a:rPr lang="en-US" sz="1800" b="1" dirty="0">
                          <a:effectLst/>
                        </a:rPr>
                        <a:t>Key Developments</a:t>
                      </a:r>
                    </a:p>
                  </a:txBody>
                  <a:tcPr marL="90331" marR="90331" marT="45165" marB="4516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solidFill>
                  </a:tcPr>
                </a:tc>
                <a:extLst>
                  <a:ext uri="{0D108BD9-81ED-4DB2-BD59-A6C34878D82A}">
                    <a16:rowId xmlns:a16="http://schemas.microsoft.com/office/drawing/2014/main" val="676106452"/>
                  </a:ext>
                </a:extLst>
              </a:tr>
              <a:tr h="471312">
                <a:tc>
                  <a:txBody>
                    <a:bodyPr/>
                    <a:lstStyle/>
                    <a:p>
                      <a:pPr algn="ctr" rtl="0"/>
                      <a:r>
                        <a:rPr lang="en-US" sz="1800" b="1">
                          <a:effectLst/>
                        </a:rPr>
                        <a:t>1960s</a:t>
                      </a:r>
                    </a:p>
                  </a:txBody>
                  <a:tcPr marL="90331" marR="90331" marT="45165" marB="4516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solidFill>
                  </a:tcPr>
                </a:tc>
                <a:tc>
                  <a:txBody>
                    <a:bodyPr/>
                    <a:lstStyle/>
                    <a:p>
                      <a:pPr algn="ctr" rtl="0"/>
                      <a:r>
                        <a:rPr lang="en-US" sz="1800" dirty="0">
                          <a:effectLst/>
                        </a:rPr>
                        <a:t>Development of </a:t>
                      </a:r>
                      <a:r>
                        <a:rPr lang="en-US" sz="1800" b="1" dirty="0">
                          <a:effectLst/>
                        </a:rPr>
                        <a:t>ARPANET</a:t>
                      </a:r>
                    </a:p>
                  </a:txBody>
                  <a:tcPr marL="90331" marR="90331" marT="45165" marB="45165" anchor="ct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tcPr>
                </a:tc>
                <a:extLst>
                  <a:ext uri="{0D108BD9-81ED-4DB2-BD59-A6C34878D82A}">
                    <a16:rowId xmlns:a16="http://schemas.microsoft.com/office/drawing/2014/main" val="49653857"/>
                  </a:ext>
                </a:extLst>
              </a:tr>
              <a:tr h="465649">
                <a:tc>
                  <a:txBody>
                    <a:bodyPr/>
                    <a:lstStyle/>
                    <a:p>
                      <a:pPr algn="ctr" rtl="0"/>
                      <a:r>
                        <a:rPr lang="en-US" sz="1800" b="1" dirty="0">
                          <a:effectLst/>
                        </a:rPr>
                        <a:t>1980s</a:t>
                      </a:r>
                    </a:p>
                  </a:txBody>
                  <a:tcPr marL="90331" marR="90331" marT="45165" marB="4516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solidFill>
                  </a:tcPr>
                </a:tc>
                <a:tc>
                  <a:txBody>
                    <a:bodyPr/>
                    <a:lstStyle/>
                    <a:p>
                      <a:pPr algn="ctr" rtl="0"/>
                      <a:r>
                        <a:rPr lang="en-US" sz="1800">
                          <a:effectLst/>
                        </a:rPr>
                        <a:t>Proposal of the World Wide Web by Tim Berners-Lee</a:t>
                      </a:r>
                    </a:p>
                  </a:txBody>
                  <a:tcPr marL="90331" marR="90331" marT="45165" marB="45165" anchor="ctr">
                    <a:lnL w="12700" cap="flat" cmpd="sng" algn="ctr">
                      <a:solidFill>
                        <a:schemeClr val="tx1"/>
                      </a:solidFill>
                      <a:prstDash val="solid"/>
                      <a:round/>
                      <a:headEnd type="none" w="med" len="med"/>
                      <a:tailEnd type="none" w="med" len="med"/>
                    </a:lnL>
                  </a:tcPr>
                </a:tc>
                <a:extLst>
                  <a:ext uri="{0D108BD9-81ED-4DB2-BD59-A6C34878D82A}">
                    <a16:rowId xmlns:a16="http://schemas.microsoft.com/office/drawing/2014/main" val="3378263412"/>
                  </a:ext>
                </a:extLst>
              </a:tr>
              <a:tr h="471312">
                <a:tc>
                  <a:txBody>
                    <a:bodyPr/>
                    <a:lstStyle/>
                    <a:p>
                      <a:pPr algn="ctr" rtl="0"/>
                      <a:r>
                        <a:rPr lang="en-US" sz="1800" b="1" dirty="0">
                          <a:effectLst/>
                        </a:rPr>
                        <a:t>1990s</a:t>
                      </a:r>
                    </a:p>
                  </a:txBody>
                  <a:tcPr marL="90331" marR="90331" marT="45165" marB="4516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solidFill>
                  </a:tcPr>
                </a:tc>
                <a:tc>
                  <a:txBody>
                    <a:bodyPr/>
                    <a:lstStyle/>
                    <a:p>
                      <a:pPr algn="ctr" rtl="0"/>
                      <a:r>
                        <a:rPr lang="en-US" sz="1800">
                          <a:effectLst/>
                        </a:rPr>
                        <a:t>Launch of the first web browser and server</a:t>
                      </a:r>
                    </a:p>
                  </a:txBody>
                  <a:tcPr marL="90331" marR="90331" marT="45165" marB="45165" anchor="ctr">
                    <a:lnL w="12700" cap="flat" cmpd="sng" algn="ctr">
                      <a:solidFill>
                        <a:schemeClr val="tx1"/>
                      </a:solidFill>
                      <a:prstDash val="solid"/>
                      <a:round/>
                      <a:headEnd type="none" w="med" len="med"/>
                      <a:tailEnd type="none" w="med" len="med"/>
                    </a:lnL>
                  </a:tcPr>
                </a:tc>
                <a:extLst>
                  <a:ext uri="{0D108BD9-81ED-4DB2-BD59-A6C34878D82A}">
                    <a16:rowId xmlns:a16="http://schemas.microsoft.com/office/drawing/2014/main" val="3834438695"/>
                  </a:ext>
                </a:extLst>
              </a:tr>
              <a:tr h="471312">
                <a:tc>
                  <a:txBody>
                    <a:bodyPr/>
                    <a:lstStyle/>
                    <a:p>
                      <a:pPr algn="ctr" rtl="0"/>
                      <a:r>
                        <a:rPr lang="en-US" sz="1800" b="1" dirty="0">
                          <a:effectLst/>
                        </a:rPr>
                        <a:t>2000s</a:t>
                      </a:r>
                    </a:p>
                  </a:txBody>
                  <a:tcPr marL="90331" marR="90331" marT="45165" marB="4516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solidFill>
                  </a:tcPr>
                </a:tc>
                <a:tc>
                  <a:txBody>
                    <a:bodyPr/>
                    <a:lstStyle/>
                    <a:p>
                      <a:pPr algn="ctr" rtl="0"/>
                      <a:r>
                        <a:rPr lang="en-US" sz="1800">
                          <a:effectLst/>
                        </a:rPr>
                        <a:t>Dot-com boom, emergence of social media</a:t>
                      </a:r>
                    </a:p>
                  </a:txBody>
                  <a:tcPr marL="90331" marR="90331" marT="45165" marB="45165" anchor="ctr">
                    <a:lnL w="12700" cap="flat" cmpd="sng" algn="ctr">
                      <a:solidFill>
                        <a:schemeClr val="tx1"/>
                      </a:solidFill>
                      <a:prstDash val="solid"/>
                      <a:round/>
                      <a:headEnd type="none" w="med" len="med"/>
                      <a:tailEnd type="none" w="med" len="med"/>
                    </a:lnL>
                  </a:tcPr>
                </a:tc>
                <a:extLst>
                  <a:ext uri="{0D108BD9-81ED-4DB2-BD59-A6C34878D82A}">
                    <a16:rowId xmlns:a16="http://schemas.microsoft.com/office/drawing/2014/main" val="1486638691"/>
                  </a:ext>
                </a:extLst>
              </a:tr>
              <a:tr h="471312">
                <a:tc>
                  <a:txBody>
                    <a:bodyPr/>
                    <a:lstStyle/>
                    <a:p>
                      <a:pPr algn="ctr" rtl="0"/>
                      <a:r>
                        <a:rPr lang="en-US" sz="1800" b="1" dirty="0">
                          <a:effectLst/>
                        </a:rPr>
                        <a:t>2010s</a:t>
                      </a:r>
                    </a:p>
                  </a:txBody>
                  <a:tcPr marL="90331" marR="90331" marT="45165" marB="4516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solidFill>
                  </a:tcPr>
                </a:tc>
                <a:tc>
                  <a:txBody>
                    <a:bodyPr/>
                    <a:lstStyle/>
                    <a:p>
                      <a:pPr algn="ctr" rtl="0"/>
                      <a:r>
                        <a:rPr lang="en-US" sz="1800" dirty="0">
                          <a:effectLst/>
                        </a:rPr>
                        <a:t>Rise of mobile technology, advent of IoT</a:t>
                      </a:r>
                    </a:p>
                  </a:txBody>
                  <a:tcPr marL="90331" marR="90331" marT="45165" marB="45165" anchor="ctr">
                    <a:lnL w="12700" cap="flat" cmpd="sng" algn="ctr">
                      <a:solidFill>
                        <a:schemeClr val="tx1"/>
                      </a:solidFill>
                      <a:prstDash val="solid"/>
                      <a:round/>
                      <a:headEnd type="none" w="med" len="med"/>
                      <a:tailEnd type="none" w="med" len="med"/>
                    </a:lnL>
                  </a:tcPr>
                </a:tc>
                <a:extLst>
                  <a:ext uri="{0D108BD9-81ED-4DB2-BD59-A6C34878D82A}">
                    <a16:rowId xmlns:a16="http://schemas.microsoft.com/office/drawing/2014/main" val="4040699327"/>
                  </a:ext>
                </a:extLst>
              </a:tr>
              <a:tr h="471312">
                <a:tc>
                  <a:txBody>
                    <a:bodyPr/>
                    <a:lstStyle/>
                    <a:p>
                      <a:pPr algn="ctr" rtl="0"/>
                      <a:r>
                        <a:rPr lang="en-US" sz="1800" b="1" dirty="0">
                          <a:effectLst/>
                        </a:rPr>
                        <a:t>2020s</a:t>
                      </a:r>
                    </a:p>
                  </a:txBody>
                  <a:tcPr marL="90331" marR="90331" marT="45165" marB="4516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2"/>
                    </a:solidFill>
                  </a:tcPr>
                </a:tc>
                <a:tc>
                  <a:txBody>
                    <a:bodyPr/>
                    <a:lstStyle/>
                    <a:p>
                      <a:pPr algn="ctr" rtl="0"/>
                      <a:r>
                        <a:rPr lang="en-US" sz="1800" dirty="0">
                          <a:effectLst/>
                        </a:rPr>
                        <a:t>Continued innovation and evolution</a:t>
                      </a:r>
                    </a:p>
                  </a:txBody>
                  <a:tcPr marL="90331" marR="90331" marT="45165" marB="45165" anchor="ctr">
                    <a:lnL w="12700" cap="flat" cmpd="sng" algn="ctr">
                      <a:solidFill>
                        <a:schemeClr val="tx1"/>
                      </a:solidFill>
                      <a:prstDash val="solid"/>
                      <a:round/>
                      <a:headEnd type="none" w="med" len="med"/>
                      <a:tailEnd type="none" w="med" len="med"/>
                    </a:lnL>
                  </a:tcPr>
                </a:tc>
                <a:extLst>
                  <a:ext uri="{0D108BD9-81ED-4DB2-BD59-A6C34878D82A}">
                    <a16:rowId xmlns:a16="http://schemas.microsoft.com/office/drawing/2014/main" val="3473334268"/>
                  </a:ext>
                </a:extLst>
              </a:tr>
            </a:tbl>
          </a:graphicData>
        </a:graphic>
      </p:graphicFrame>
    </p:spTree>
    <p:extLst>
      <p:ext uri="{BB962C8B-B14F-4D97-AF65-F5344CB8AC3E}">
        <p14:creationId xmlns:p14="http://schemas.microsoft.com/office/powerpoint/2010/main" val="377291935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2"/>
          <p:cNvSpPr txBox="1">
            <a:spLocks/>
          </p:cNvSpPr>
          <p:nvPr/>
        </p:nvSpPr>
        <p:spPr>
          <a:xfrm>
            <a:off x="335494" y="731162"/>
            <a:ext cx="6543608" cy="493414"/>
          </a:xfrm>
          <a:prstGeom prst="rect">
            <a:avLst/>
          </a:prstGeom>
        </p:spPr>
        <p:txBody>
          <a:bodyPr>
            <a:normAutofit lnSpcReduction="10000"/>
          </a:bodyPr>
          <a:lstStyle>
            <a:lvl1pPr marL="454025" indent="-454025" algn="l" defTabSz="914400" rtl="0" eaLnBrk="1" latinLnBrk="0" hangingPunct="1">
              <a:spcBef>
                <a:spcPts val="2000"/>
              </a:spcBef>
              <a:buClr>
                <a:schemeClr val="bg1">
                  <a:lumMod val="65000"/>
                </a:schemeClr>
              </a:buClr>
              <a:buSzPct val="90000"/>
              <a:buFont typeface="Wingdings" pitchFamily="2" charset="2"/>
              <a:buChar char=""/>
              <a:defRPr sz="2400" kern="1200">
                <a:solidFill>
                  <a:schemeClr val="tx1">
                    <a:lumMod val="85000"/>
                    <a:lumOff val="15000"/>
                  </a:schemeClr>
                </a:solidFill>
                <a:latin typeface="+mn-lt"/>
                <a:ea typeface="+mn-ea"/>
                <a:cs typeface="+mn-cs"/>
              </a:defRPr>
            </a:lvl1pPr>
            <a:lvl2pPr marL="914400" indent="-457200" algn="l" defTabSz="914400" rtl="0" eaLnBrk="1" latinLnBrk="0" hangingPunct="1">
              <a:spcBef>
                <a:spcPts val="600"/>
              </a:spcBef>
              <a:buClr>
                <a:schemeClr val="tx1">
                  <a:lumMod val="75000"/>
                  <a:lumOff val="25000"/>
                </a:schemeClr>
              </a:buClr>
              <a:buSzPct val="90000"/>
              <a:buFont typeface="Wingdings" pitchFamily="2" charset="2"/>
              <a:buChar char=""/>
              <a:defRPr sz="2200" kern="1200">
                <a:solidFill>
                  <a:schemeClr val="tx1">
                    <a:lumMod val="85000"/>
                    <a:lumOff val="15000"/>
                  </a:schemeClr>
                </a:solidFill>
                <a:latin typeface="+mn-lt"/>
                <a:ea typeface="+mn-ea"/>
                <a:cs typeface="+mn-cs"/>
              </a:defRPr>
            </a:lvl2pPr>
            <a:lvl3pPr marL="1260475" indent="-346075" algn="l" defTabSz="914400" rtl="0" eaLnBrk="1" latinLnBrk="0" hangingPunct="1">
              <a:spcBef>
                <a:spcPts val="600"/>
              </a:spcBef>
              <a:buClr>
                <a:schemeClr val="bg1">
                  <a:lumMod val="65000"/>
                </a:schemeClr>
              </a:buClr>
              <a:buSzPct val="90000"/>
              <a:buFont typeface="Wingdings" pitchFamily="2" charset="2"/>
              <a:buChar char=""/>
              <a:defRPr sz="2000" kern="1200">
                <a:solidFill>
                  <a:schemeClr val="tx1">
                    <a:lumMod val="85000"/>
                    <a:lumOff val="15000"/>
                  </a:schemeClr>
                </a:solidFill>
                <a:latin typeface="+mn-lt"/>
                <a:ea typeface="+mn-ea"/>
                <a:cs typeface="+mn-cs"/>
              </a:defRPr>
            </a:lvl3pPr>
            <a:lvl4pPr marL="1600200" indent="-339725" algn="l" defTabSz="914400" rtl="0" eaLnBrk="1" latinLnBrk="0" hangingPunct="1">
              <a:spcBef>
                <a:spcPts val="600"/>
              </a:spcBef>
              <a:buClr>
                <a:schemeClr val="tx1">
                  <a:lumMod val="75000"/>
                  <a:lumOff val="25000"/>
                </a:schemeClr>
              </a:buClr>
              <a:buSzPct val="90000"/>
              <a:buFont typeface="Wingdings" pitchFamily="2" charset="2"/>
              <a:buChar char=""/>
              <a:defRPr sz="1800" kern="1200">
                <a:solidFill>
                  <a:schemeClr val="tx1">
                    <a:lumMod val="85000"/>
                    <a:lumOff val="15000"/>
                  </a:schemeClr>
                </a:solidFill>
                <a:latin typeface="+mn-lt"/>
                <a:ea typeface="+mn-ea"/>
                <a:cs typeface="+mn-cs"/>
              </a:defRPr>
            </a:lvl4pPr>
            <a:lvl5pPr marL="1939925" indent="-331788" algn="l" defTabSz="914400" rtl="0" eaLnBrk="1" latinLnBrk="0" hangingPunct="1">
              <a:spcBef>
                <a:spcPts val="600"/>
              </a:spcBef>
              <a:buClr>
                <a:schemeClr val="bg1">
                  <a:lumMod val="65000"/>
                </a:schemeClr>
              </a:buClr>
              <a:buSzPct val="90000"/>
              <a:buFont typeface="Wingdings" pitchFamily="2" charset="2"/>
              <a:buChar char=""/>
              <a:defRPr sz="1800" kern="1200">
                <a:solidFill>
                  <a:schemeClr val="tx1">
                    <a:lumMod val="85000"/>
                    <a:lumOff val="15000"/>
                  </a:schemeClr>
                </a:solidFill>
                <a:latin typeface="+mn-lt"/>
                <a:ea typeface="+mn-ea"/>
                <a:cs typeface="+mn-cs"/>
              </a:defRPr>
            </a:lvl5pPr>
            <a:lvl6pPr marL="229076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6pPr>
            <a:lvl7pPr marL="2625725"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7pPr>
            <a:lvl8pPr marL="297021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8pPr>
            <a:lvl9pPr marL="3313113"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a:solidFill>
                  <a:schemeClr val="tx1">
                    <a:lumMod val="85000"/>
                    <a:lumOff val="15000"/>
                  </a:schemeClr>
                </a:solidFill>
                <a:latin typeface="+mn-lt"/>
                <a:ea typeface="+mn-ea"/>
                <a:cs typeface="+mn-cs"/>
              </a:defRPr>
            </a:lvl9pPr>
          </a:lstStyle>
          <a:p>
            <a:pPr marL="0" indent="0">
              <a:buNone/>
            </a:pPr>
            <a:r>
              <a:rPr lang="en-US" altLang="en-US" sz="2800" b="1" dirty="0"/>
              <a:t>WWW standards</a:t>
            </a:r>
            <a:endParaRPr lang="en-US" sz="2600" b="1" dirty="0">
              <a:solidFill>
                <a:schemeClr val="tx1"/>
              </a:solidFill>
            </a:endParaRPr>
          </a:p>
        </p:txBody>
      </p:sp>
      <p:sp>
        <p:nvSpPr>
          <p:cNvPr id="5" name="TextBox 4">
            <a:extLst>
              <a:ext uri="{FF2B5EF4-FFF2-40B4-BE49-F238E27FC236}">
                <a16:creationId xmlns:a16="http://schemas.microsoft.com/office/drawing/2014/main" id="{53BED9D7-DC35-6145-B086-E1B62BC08349}"/>
              </a:ext>
            </a:extLst>
          </p:cNvPr>
          <p:cNvSpPr txBox="1"/>
          <p:nvPr/>
        </p:nvSpPr>
        <p:spPr>
          <a:xfrm>
            <a:off x="143691" y="1282195"/>
            <a:ext cx="9000309" cy="5262979"/>
          </a:xfrm>
          <a:prstGeom prst="rect">
            <a:avLst/>
          </a:prstGeom>
          <a:noFill/>
        </p:spPr>
        <p:txBody>
          <a:bodyPr wrap="square" rtlCol="0">
            <a:spAutoFit/>
          </a:bodyPr>
          <a:lstStyle/>
          <a:p>
            <a:pPr marL="342900" indent="-342900" algn="just">
              <a:buFont typeface="Arial" pitchFamily="34" charset="0"/>
              <a:buChar char="•"/>
            </a:pPr>
            <a:r>
              <a:rPr lang="en-US" altLang="en-US" sz="2400" dirty="0"/>
              <a:t>Many of the documents are the work of the </a:t>
            </a:r>
            <a:r>
              <a:rPr lang="en-US" altLang="en-US" sz="2400" b="1" dirty="0">
                <a:hlinkClick r:id="rId2" tooltip="World Wide Web Consortium"/>
              </a:rPr>
              <a:t>World Wide Web Consortium</a:t>
            </a:r>
            <a:r>
              <a:rPr lang="en-US" altLang="en-US" sz="2400" b="1" dirty="0"/>
              <a:t> (W3C).</a:t>
            </a:r>
          </a:p>
          <a:p>
            <a:pPr marL="342900" indent="-342900" algn="just">
              <a:buFont typeface="Arial" pitchFamily="34" charset="0"/>
              <a:buChar char="•"/>
            </a:pPr>
            <a:r>
              <a:rPr lang="en-US" altLang="en-US" sz="2400" dirty="0"/>
              <a:t>Some of the documents are produced by the </a:t>
            </a:r>
            <a:r>
              <a:rPr lang="en-US" altLang="en-US" sz="2400" b="1" dirty="0">
                <a:hlinkClick r:id="rId3" tooltip="Internet Engineering Task Force"/>
              </a:rPr>
              <a:t>Internet Engineering Task Force</a:t>
            </a:r>
            <a:r>
              <a:rPr lang="en-US" altLang="en-US" sz="2400" b="1" dirty="0"/>
              <a:t> (IETF) </a:t>
            </a:r>
            <a:r>
              <a:rPr lang="en-US" altLang="en-US" sz="2400" dirty="0"/>
              <a:t>and other organizations.</a:t>
            </a:r>
          </a:p>
          <a:p>
            <a:pPr marL="342900" indent="-342900" algn="just">
              <a:buFont typeface="Arial" pitchFamily="34" charset="0"/>
              <a:buChar char="•"/>
            </a:pPr>
            <a:r>
              <a:rPr lang="en-US" altLang="en-US" sz="2400" dirty="0"/>
              <a:t>markup languages, especially HTML and XHTML, from the W3C</a:t>
            </a:r>
          </a:p>
          <a:p>
            <a:pPr marL="800100" lvl="1" indent="-342900" algn="just">
              <a:buFont typeface="Arial" pitchFamily="34" charset="0"/>
              <a:buChar char="•"/>
            </a:pPr>
            <a:r>
              <a:rPr lang="en-US" altLang="en-US" sz="2400" dirty="0"/>
              <a:t>define the structure and interpretation of hypertext documents</a:t>
            </a:r>
          </a:p>
          <a:p>
            <a:pPr marL="342900" indent="-342900" algn="just">
              <a:buFont typeface="Arial" pitchFamily="34" charset="0"/>
              <a:buChar char="•"/>
            </a:pPr>
            <a:r>
              <a:rPr lang="en-US" altLang="en-US" sz="2400" b="1" dirty="0" err="1"/>
              <a:t>ECMAScript</a:t>
            </a:r>
            <a:r>
              <a:rPr lang="en-US" altLang="en-US" sz="2400" dirty="0"/>
              <a:t> (usually in the form of JavaScript), from </a:t>
            </a:r>
            <a:r>
              <a:rPr lang="en-US" altLang="en-US" sz="2400" dirty="0" err="1"/>
              <a:t>Ecma</a:t>
            </a:r>
            <a:r>
              <a:rPr lang="en-US" altLang="en-US" sz="2400" dirty="0"/>
              <a:t> International.</a:t>
            </a:r>
          </a:p>
          <a:p>
            <a:pPr marL="342900" indent="-342900" algn="just">
              <a:buFont typeface="Arial" pitchFamily="34" charset="0"/>
              <a:buChar char="•"/>
            </a:pPr>
            <a:r>
              <a:rPr lang="en-US" altLang="en-US" sz="2400" b="1" dirty="0"/>
              <a:t>Document Object Model</a:t>
            </a:r>
            <a:r>
              <a:rPr lang="en-US" altLang="en-US" sz="2400" dirty="0"/>
              <a:t>, from W3C.</a:t>
            </a:r>
          </a:p>
          <a:p>
            <a:pPr marL="342900" indent="-342900" algn="just">
              <a:buFont typeface="Arial" pitchFamily="34" charset="0"/>
              <a:buChar char="•"/>
            </a:pPr>
            <a:r>
              <a:rPr lang="en-US" altLang="en-US" sz="2400" b="1" dirty="0" err="1"/>
              <a:t>HyperText</a:t>
            </a:r>
            <a:r>
              <a:rPr lang="en-US" altLang="en-US" sz="2400" b="1" dirty="0"/>
              <a:t> Transfer Protocol (HTTP)</a:t>
            </a:r>
            <a:r>
              <a:rPr lang="en-US" altLang="en-US" sz="2400" dirty="0"/>
              <a:t>- how the browser and server authenticate each other.</a:t>
            </a:r>
          </a:p>
          <a:p>
            <a:pPr marL="342900" indent="-342900" algn="just">
              <a:buFont typeface="Arial" pitchFamily="34" charset="0"/>
              <a:buChar char="•"/>
            </a:pPr>
            <a:r>
              <a:rPr lang="en-US" altLang="en-US" sz="2400" b="1" dirty="0"/>
              <a:t>Uniform Resource Identifier (URI)</a:t>
            </a:r>
            <a:r>
              <a:rPr lang="en-US" altLang="en-US" sz="2400" dirty="0"/>
              <a:t>- a universal system for referencing resources on the Internet, such as hypertext documents and images. </a:t>
            </a:r>
          </a:p>
        </p:txBody>
      </p:sp>
    </p:spTree>
    <p:extLst>
      <p:ext uri="{BB962C8B-B14F-4D97-AF65-F5344CB8AC3E}">
        <p14:creationId xmlns:p14="http://schemas.microsoft.com/office/powerpoint/2010/main" val="379649040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2"/>
          <p:cNvSpPr txBox="1">
            <a:spLocks/>
          </p:cNvSpPr>
          <p:nvPr/>
        </p:nvSpPr>
        <p:spPr>
          <a:xfrm>
            <a:off x="335494" y="731162"/>
            <a:ext cx="6543608" cy="493414"/>
          </a:xfrm>
          <a:prstGeom prst="rect">
            <a:avLst/>
          </a:prstGeom>
        </p:spPr>
        <p:txBody>
          <a:bodyPr>
            <a:normAutofit lnSpcReduction="10000"/>
          </a:bodyPr>
          <a:lstStyle>
            <a:lvl1pPr marL="454025" indent="-454025" algn="l" defTabSz="914400" rtl="0" eaLnBrk="1" latinLnBrk="0" hangingPunct="1">
              <a:spcBef>
                <a:spcPts val="2000"/>
              </a:spcBef>
              <a:buClr>
                <a:schemeClr val="bg1">
                  <a:lumMod val="65000"/>
                </a:schemeClr>
              </a:buClr>
              <a:buSzPct val="90000"/>
              <a:buFont typeface="Wingdings" pitchFamily="2" charset="2"/>
              <a:buChar char=""/>
              <a:defRPr sz="2400" kern="1200">
                <a:solidFill>
                  <a:schemeClr val="tx1">
                    <a:lumMod val="85000"/>
                    <a:lumOff val="15000"/>
                  </a:schemeClr>
                </a:solidFill>
                <a:latin typeface="+mn-lt"/>
                <a:ea typeface="+mn-ea"/>
                <a:cs typeface="+mn-cs"/>
              </a:defRPr>
            </a:lvl1pPr>
            <a:lvl2pPr marL="914400" indent="-457200" algn="l" defTabSz="914400" rtl="0" eaLnBrk="1" latinLnBrk="0" hangingPunct="1">
              <a:spcBef>
                <a:spcPts val="600"/>
              </a:spcBef>
              <a:buClr>
                <a:schemeClr val="tx1">
                  <a:lumMod val="75000"/>
                  <a:lumOff val="25000"/>
                </a:schemeClr>
              </a:buClr>
              <a:buSzPct val="90000"/>
              <a:buFont typeface="Wingdings" pitchFamily="2" charset="2"/>
              <a:buChar char=""/>
              <a:defRPr sz="2200" kern="1200">
                <a:solidFill>
                  <a:schemeClr val="tx1">
                    <a:lumMod val="85000"/>
                    <a:lumOff val="15000"/>
                  </a:schemeClr>
                </a:solidFill>
                <a:latin typeface="+mn-lt"/>
                <a:ea typeface="+mn-ea"/>
                <a:cs typeface="+mn-cs"/>
              </a:defRPr>
            </a:lvl2pPr>
            <a:lvl3pPr marL="1260475" indent="-346075" algn="l" defTabSz="914400" rtl="0" eaLnBrk="1" latinLnBrk="0" hangingPunct="1">
              <a:spcBef>
                <a:spcPts val="600"/>
              </a:spcBef>
              <a:buClr>
                <a:schemeClr val="bg1">
                  <a:lumMod val="65000"/>
                </a:schemeClr>
              </a:buClr>
              <a:buSzPct val="90000"/>
              <a:buFont typeface="Wingdings" pitchFamily="2" charset="2"/>
              <a:buChar char=""/>
              <a:defRPr sz="2000" kern="1200">
                <a:solidFill>
                  <a:schemeClr val="tx1">
                    <a:lumMod val="85000"/>
                    <a:lumOff val="15000"/>
                  </a:schemeClr>
                </a:solidFill>
                <a:latin typeface="+mn-lt"/>
                <a:ea typeface="+mn-ea"/>
                <a:cs typeface="+mn-cs"/>
              </a:defRPr>
            </a:lvl3pPr>
            <a:lvl4pPr marL="1600200" indent="-339725" algn="l" defTabSz="914400" rtl="0" eaLnBrk="1" latinLnBrk="0" hangingPunct="1">
              <a:spcBef>
                <a:spcPts val="600"/>
              </a:spcBef>
              <a:buClr>
                <a:schemeClr val="tx1">
                  <a:lumMod val="75000"/>
                  <a:lumOff val="25000"/>
                </a:schemeClr>
              </a:buClr>
              <a:buSzPct val="90000"/>
              <a:buFont typeface="Wingdings" pitchFamily="2" charset="2"/>
              <a:buChar char=""/>
              <a:defRPr sz="1800" kern="1200">
                <a:solidFill>
                  <a:schemeClr val="tx1">
                    <a:lumMod val="85000"/>
                    <a:lumOff val="15000"/>
                  </a:schemeClr>
                </a:solidFill>
                <a:latin typeface="+mn-lt"/>
                <a:ea typeface="+mn-ea"/>
                <a:cs typeface="+mn-cs"/>
              </a:defRPr>
            </a:lvl4pPr>
            <a:lvl5pPr marL="1939925" indent="-331788" algn="l" defTabSz="914400" rtl="0" eaLnBrk="1" latinLnBrk="0" hangingPunct="1">
              <a:spcBef>
                <a:spcPts val="600"/>
              </a:spcBef>
              <a:buClr>
                <a:schemeClr val="bg1">
                  <a:lumMod val="65000"/>
                </a:schemeClr>
              </a:buClr>
              <a:buSzPct val="90000"/>
              <a:buFont typeface="Wingdings" pitchFamily="2" charset="2"/>
              <a:buChar char=""/>
              <a:defRPr sz="1800" kern="1200">
                <a:solidFill>
                  <a:schemeClr val="tx1">
                    <a:lumMod val="85000"/>
                    <a:lumOff val="15000"/>
                  </a:schemeClr>
                </a:solidFill>
                <a:latin typeface="+mn-lt"/>
                <a:ea typeface="+mn-ea"/>
                <a:cs typeface="+mn-cs"/>
              </a:defRPr>
            </a:lvl5pPr>
            <a:lvl6pPr marL="229076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6pPr>
            <a:lvl7pPr marL="2625725"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7pPr>
            <a:lvl8pPr marL="297021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8pPr>
            <a:lvl9pPr marL="3313113"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a:solidFill>
                  <a:schemeClr val="tx1">
                    <a:lumMod val="85000"/>
                    <a:lumOff val="15000"/>
                  </a:schemeClr>
                </a:solidFill>
                <a:latin typeface="+mn-lt"/>
                <a:ea typeface="+mn-ea"/>
                <a:cs typeface="+mn-cs"/>
              </a:defRPr>
            </a:lvl9pPr>
          </a:lstStyle>
          <a:p>
            <a:pPr marL="0" indent="0">
              <a:buNone/>
            </a:pPr>
            <a:r>
              <a:rPr lang="en-US" altLang="en-US" sz="2800" b="1" dirty="0"/>
              <a:t>Uniform Resource Identifier (Example)</a:t>
            </a:r>
            <a:endParaRPr lang="en-US" sz="2600" b="1" dirty="0">
              <a:solidFill>
                <a:schemeClr val="tx1"/>
              </a:solidFill>
            </a:endParaRPr>
          </a:p>
        </p:txBody>
      </p:sp>
      <p:sp>
        <p:nvSpPr>
          <p:cNvPr id="5" name="TextBox 4">
            <a:extLst>
              <a:ext uri="{FF2B5EF4-FFF2-40B4-BE49-F238E27FC236}">
                <a16:creationId xmlns:a16="http://schemas.microsoft.com/office/drawing/2014/main" id="{53BED9D7-DC35-6145-B086-E1B62BC08349}"/>
              </a:ext>
            </a:extLst>
          </p:cNvPr>
          <p:cNvSpPr txBox="1"/>
          <p:nvPr/>
        </p:nvSpPr>
        <p:spPr>
          <a:xfrm>
            <a:off x="335493" y="1282195"/>
            <a:ext cx="8808507" cy="3416320"/>
          </a:xfrm>
          <a:prstGeom prst="rect">
            <a:avLst/>
          </a:prstGeom>
          <a:noFill/>
        </p:spPr>
        <p:txBody>
          <a:bodyPr wrap="square" rtlCol="0">
            <a:spAutoFit/>
          </a:bodyPr>
          <a:lstStyle/>
          <a:p>
            <a:pPr algn="just"/>
            <a:r>
              <a:rPr lang="en-US" altLang="en-US" sz="2400" b="1" dirty="0">
                <a:highlight>
                  <a:srgbClr val="00FFFF"/>
                </a:highlight>
              </a:rPr>
              <a:t>http://en.wikipedia.org:80/wiki/URI?page=2&amp;frame=1#Examples _</a:t>
            </a:r>
            <a:r>
              <a:rPr lang="en-US" altLang="en-US" sz="2400" b="1" dirty="0" err="1">
                <a:highlight>
                  <a:srgbClr val="00FFFF"/>
                </a:highlight>
              </a:rPr>
              <a:t>of_URI_references</a:t>
            </a:r>
            <a:r>
              <a:rPr lang="en-US" altLang="en-US" sz="2400" b="1" dirty="0">
                <a:highlight>
                  <a:srgbClr val="00FFFF"/>
                </a:highlight>
              </a:rPr>
              <a:t>  </a:t>
            </a:r>
          </a:p>
          <a:p>
            <a:pPr marL="800100" lvl="1" indent="-342900" algn="just">
              <a:buFont typeface="Arial" pitchFamily="34" charset="0"/>
              <a:buChar char="•"/>
            </a:pPr>
            <a:r>
              <a:rPr lang="en-US" altLang="en-US" sz="2400" dirty="0"/>
              <a:t>"http" specifies the 'scheme' name</a:t>
            </a:r>
          </a:p>
          <a:p>
            <a:pPr marL="800100" lvl="1" indent="-342900" algn="just">
              <a:buFont typeface="Arial" pitchFamily="34" charset="0"/>
              <a:buChar char="•"/>
            </a:pPr>
            <a:r>
              <a:rPr lang="en-US" altLang="en-US" sz="2400" dirty="0"/>
              <a:t>"en.wikipedia.org" is the 'authority‘</a:t>
            </a:r>
          </a:p>
          <a:p>
            <a:pPr marL="800100" lvl="1" indent="-342900" algn="just">
              <a:buFont typeface="Arial" pitchFamily="34" charset="0"/>
              <a:buChar char="•"/>
            </a:pPr>
            <a:r>
              <a:rPr lang="en-US" altLang="en-US" sz="2400" dirty="0"/>
              <a:t>“80” is the port address</a:t>
            </a:r>
          </a:p>
          <a:p>
            <a:pPr marL="800100" lvl="1" indent="-342900" algn="just">
              <a:buFont typeface="Arial" pitchFamily="34" charset="0"/>
              <a:buChar char="•"/>
            </a:pPr>
            <a:r>
              <a:rPr lang="en-US" altLang="en-US" sz="2400" dirty="0"/>
              <a:t>"/wiki/URI" the 'path' pointing to this article</a:t>
            </a:r>
          </a:p>
          <a:p>
            <a:pPr marL="800100" lvl="1" indent="-342900" algn="just">
              <a:buFont typeface="Arial" pitchFamily="34" charset="0"/>
              <a:buChar char="•"/>
            </a:pPr>
            <a:r>
              <a:rPr lang="en-US" altLang="en-US" sz="2400" dirty="0"/>
              <a:t>“page=2&amp;frame=1” is the query</a:t>
            </a:r>
          </a:p>
          <a:p>
            <a:pPr marL="800100" lvl="1" indent="-342900" algn="just">
              <a:buFont typeface="Arial" pitchFamily="34" charset="0"/>
              <a:buChar char="•"/>
            </a:pPr>
            <a:r>
              <a:rPr lang="en-US" altLang="en-US" sz="2400" dirty="0"/>
              <a:t>"#Examples _</a:t>
            </a:r>
            <a:r>
              <a:rPr lang="en-US" altLang="en-US" sz="2400" dirty="0" err="1"/>
              <a:t>of_URI_references</a:t>
            </a:r>
            <a:r>
              <a:rPr lang="en-US" altLang="en-US" sz="2400" dirty="0"/>
              <a:t> " is a 'fragment’ or anchor pointing to this section</a:t>
            </a:r>
          </a:p>
        </p:txBody>
      </p:sp>
      <p:pic>
        <p:nvPicPr>
          <p:cNvPr id="4" name="Picture 3">
            <a:extLst>
              <a:ext uri="{FF2B5EF4-FFF2-40B4-BE49-F238E27FC236}">
                <a16:creationId xmlns:a16="http://schemas.microsoft.com/office/drawing/2014/main" id="{29936928-26DD-253E-536A-68DBF25F00AF}"/>
              </a:ext>
            </a:extLst>
          </p:cNvPr>
          <p:cNvPicPr>
            <a:picLocks noChangeAspect="1"/>
          </p:cNvPicPr>
          <p:nvPr/>
        </p:nvPicPr>
        <p:blipFill>
          <a:blip r:embed="rId2"/>
          <a:stretch>
            <a:fillRect/>
          </a:stretch>
        </p:blipFill>
        <p:spPr>
          <a:xfrm>
            <a:off x="809302" y="4672023"/>
            <a:ext cx="7525396" cy="2185977"/>
          </a:xfrm>
          <a:prstGeom prst="rect">
            <a:avLst/>
          </a:prstGeom>
        </p:spPr>
      </p:pic>
    </p:spTree>
    <p:extLst>
      <p:ext uri="{BB962C8B-B14F-4D97-AF65-F5344CB8AC3E}">
        <p14:creationId xmlns:p14="http://schemas.microsoft.com/office/powerpoint/2010/main" val="405904205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96BCFE15-4B49-1985-6743-B2F87AE4751E}"/>
              </a:ext>
            </a:extLst>
          </p:cNvPr>
          <p:cNvSpPr txBox="1"/>
          <p:nvPr/>
        </p:nvSpPr>
        <p:spPr>
          <a:xfrm>
            <a:off x="309716" y="574882"/>
            <a:ext cx="4572000" cy="523220"/>
          </a:xfrm>
          <a:prstGeom prst="rect">
            <a:avLst/>
          </a:prstGeom>
          <a:noFill/>
        </p:spPr>
        <p:txBody>
          <a:bodyPr wrap="square">
            <a:spAutoFit/>
          </a:bodyPr>
          <a:lstStyle/>
          <a:p>
            <a:r>
              <a:rPr lang="en-US" sz="2800" b="1" dirty="0"/>
              <a:t>URI, URL, and URN</a:t>
            </a:r>
          </a:p>
        </p:txBody>
      </p:sp>
      <p:sp>
        <p:nvSpPr>
          <p:cNvPr id="14" name="TextBox 13">
            <a:extLst>
              <a:ext uri="{FF2B5EF4-FFF2-40B4-BE49-F238E27FC236}">
                <a16:creationId xmlns:a16="http://schemas.microsoft.com/office/drawing/2014/main" id="{80D3D10F-71E2-DF4A-7CB7-887A14E3FDF4}"/>
              </a:ext>
            </a:extLst>
          </p:cNvPr>
          <p:cNvSpPr txBox="1"/>
          <p:nvPr/>
        </p:nvSpPr>
        <p:spPr>
          <a:xfrm>
            <a:off x="176980" y="1148477"/>
            <a:ext cx="8126361" cy="5262979"/>
          </a:xfrm>
          <a:prstGeom prst="rect">
            <a:avLst/>
          </a:prstGeom>
          <a:noFill/>
        </p:spPr>
        <p:txBody>
          <a:bodyPr wrap="square">
            <a:spAutoFit/>
          </a:bodyPr>
          <a:lstStyle/>
          <a:p>
            <a:r>
              <a:rPr lang="en-US" sz="2400" dirty="0"/>
              <a:t>URI (Uniform Resource Identifier):is a string of characters used to identify a resource on the Internet. It is a broad term that </a:t>
            </a:r>
            <a:r>
              <a:rPr lang="en-US" sz="2400" b="1" dirty="0"/>
              <a:t>encompasses both URLs and URNs. </a:t>
            </a:r>
            <a:r>
              <a:rPr lang="en-US" sz="2400" dirty="0"/>
              <a:t>Ex. </a:t>
            </a:r>
            <a:r>
              <a:rPr lang="en-US" sz="2400" dirty="0">
                <a:hlinkClick r:id="rId2"/>
              </a:rPr>
              <a:t>https://www.example.com/path/to/resource?query=value#section</a:t>
            </a:r>
            <a:endParaRPr lang="en-US" sz="2400" dirty="0"/>
          </a:p>
          <a:p>
            <a:endParaRPr lang="en-US" sz="2400" dirty="0"/>
          </a:p>
          <a:p>
            <a:endParaRPr lang="en-US" sz="2400" dirty="0"/>
          </a:p>
          <a:p>
            <a:r>
              <a:rPr lang="en-US" sz="2400" dirty="0"/>
              <a:t>URL (Uniform Resource Locator): specifies the location of a resource on the Internet and the protocol used to access it. Ex. </a:t>
            </a:r>
            <a:r>
              <a:rPr lang="en-US" sz="2400" dirty="0">
                <a:hlinkClick r:id="rId3"/>
              </a:rPr>
              <a:t>https://www.example.com/index.html</a:t>
            </a:r>
            <a:endParaRPr lang="en-US" sz="2400" dirty="0"/>
          </a:p>
          <a:p>
            <a:endParaRPr lang="en-US" sz="2400" dirty="0"/>
          </a:p>
          <a:p>
            <a:r>
              <a:rPr lang="en-US" sz="2400" dirty="0"/>
              <a:t>URN (Uniform Resource Name): type of URI that provides a unique and persistent name for a resource, but </a:t>
            </a:r>
            <a:r>
              <a:rPr lang="en-US" sz="2400" b="1" dirty="0"/>
              <a:t>does not specify its location </a:t>
            </a:r>
            <a:r>
              <a:rPr lang="en-US" sz="2400" dirty="0"/>
              <a:t>or how to access it. Ex. urn:isbn:0451450523</a:t>
            </a:r>
          </a:p>
        </p:txBody>
      </p:sp>
    </p:spTree>
    <p:extLst>
      <p:ext uri="{BB962C8B-B14F-4D97-AF65-F5344CB8AC3E}">
        <p14:creationId xmlns:p14="http://schemas.microsoft.com/office/powerpoint/2010/main" val="265856504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altLang="en-US" b="1" dirty="0"/>
              <a:t>Browsers</a:t>
            </a:r>
            <a:endParaRPr lang="en-US" dirty="0"/>
          </a:p>
        </p:txBody>
      </p:sp>
      <p:sp>
        <p:nvSpPr>
          <p:cNvPr id="5" name="Subtitle 4">
            <a:extLst>
              <a:ext uri="{FF2B5EF4-FFF2-40B4-BE49-F238E27FC236}">
                <a16:creationId xmlns:a16="http://schemas.microsoft.com/office/drawing/2014/main" id="{3322CB79-31E6-2043-9768-6699756B1FD4}"/>
              </a:ext>
            </a:extLst>
          </p:cNvPr>
          <p:cNvSpPr>
            <a:spLocks noGrp="1"/>
          </p:cNvSpPr>
          <p:nvPr>
            <p:ph type="subTitle" idx="1"/>
          </p:nvPr>
        </p:nvSpPr>
        <p:spPr/>
        <p:txBody>
          <a:bodyPr/>
          <a:lstStyle/>
          <a:p>
            <a:r>
              <a:rPr lang="en-US" dirty="0"/>
              <a:t> </a:t>
            </a:r>
            <a:endParaRPr lang="x-none" dirty="0"/>
          </a:p>
        </p:txBody>
      </p:sp>
      <p:sp>
        <p:nvSpPr>
          <p:cNvPr id="4" name="TextBox 3">
            <a:extLst>
              <a:ext uri="{FF2B5EF4-FFF2-40B4-BE49-F238E27FC236}">
                <a16:creationId xmlns:a16="http://schemas.microsoft.com/office/drawing/2014/main" id="{E00A471B-FCB5-3949-B014-0D06C67E41B3}"/>
              </a:ext>
            </a:extLst>
          </p:cNvPr>
          <p:cNvSpPr txBox="1"/>
          <p:nvPr/>
        </p:nvSpPr>
        <p:spPr>
          <a:xfrm>
            <a:off x="104503" y="2226891"/>
            <a:ext cx="8934993" cy="2646878"/>
          </a:xfrm>
          <a:prstGeom prst="rect">
            <a:avLst/>
          </a:prstGeom>
          <a:noFill/>
        </p:spPr>
        <p:txBody>
          <a:bodyPr wrap="square" rtlCol="0">
            <a:spAutoFit/>
          </a:bodyPr>
          <a:lstStyle/>
          <a:p>
            <a:pPr marL="800100" lvl="1" indent="-342900">
              <a:buFont typeface="Arial" pitchFamily="34" charset="0"/>
              <a:buChar char="•"/>
            </a:pPr>
            <a:r>
              <a:rPr lang="en-US" altLang="en-US" sz="2400" dirty="0"/>
              <a:t>A web browser or Internet browser is a software application for retrieving, presenting, and traversing information resources on the World Wide Web. An information resource is identified by a </a:t>
            </a:r>
            <a:r>
              <a:rPr lang="en-US" altLang="en-US" sz="2400" b="1" dirty="0"/>
              <a:t>Uniform Resource Identifier (URI) </a:t>
            </a:r>
            <a:r>
              <a:rPr lang="en-US" altLang="en-US" sz="2400" dirty="0"/>
              <a:t>and may be a web page, image, video, or other piece of content.</a:t>
            </a:r>
          </a:p>
          <a:p>
            <a:pPr marL="1257300" lvl="2" indent="-342900">
              <a:buFont typeface="Arial" pitchFamily="34" charset="0"/>
              <a:buChar char="•"/>
            </a:pPr>
            <a:r>
              <a:rPr lang="en-US" altLang="en-US" sz="2300" dirty="0"/>
              <a:t>e.g. Internet Explorer, Netscape, Mozilla Firefox, Opera, Google Chrome, Apple Safari</a:t>
            </a:r>
          </a:p>
        </p:txBody>
      </p:sp>
    </p:spTree>
    <p:extLst>
      <p:ext uri="{BB962C8B-B14F-4D97-AF65-F5344CB8AC3E}">
        <p14:creationId xmlns:p14="http://schemas.microsoft.com/office/powerpoint/2010/main" val="12470721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HTTP protocol</a:t>
            </a:r>
          </a:p>
        </p:txBody>
      </p:sp>
      <p:sp>
        <p:nvSpPr>
          <p:cNvPr id="5" name="Subtitle 4">
            <a:extLst>
              <a:ext uri="{FF2B5EF4-FFF2-40B4-BE49-F238E27FC236}">
                <a16:creationId xmlns:a16="http://schemas.microsoft.com/office/drawing/2014/main" id="{3322CB79-31E6-2043-9768-6699756B1FD4}"/>
              </a:ext>
            </a:extLst>
          </p:cNvPr>
          <p:cNvSpPr>
            <a:spLocks noGrp="1"/>
          </p:cNvSpPr>
          <p:nvPr>
            <p:ph type="subTitle" idx="1"/>
          </p:nvPr>
        </p:nvSpPr>
        <p:spPr/>
        <p:txBody>
          <a:bodyPr/>
          <a:lstStyle/>
          <a:p>
            <a:r>
              <a:rPr lang="en-US" dirty="0"/>
              <a:t> Process of http</a:t>
            </a:r>
            <a:endParaRPr lang="x-none" dirty="0"/>
          </a:p>
        </p:txBody>
      </p:sp>
      <p:sp>
        <p:nvSpPr>
          <p:cNvPr id="4" name="TextBox 3">
            <a:extLst>
              <a:ext uri="{FF2B5EF4-FFF2-40B4-BE49-F238E27FC236}">
                <a16:creationId xmlns:a16="http://schemas.microsoft.com/office/drawing/2014/main" id="{E00A471B-FCB5-3949-B014-0D06C67E41B3}"/>
              </a:ext>
            </a:extLst>
          </p:cNvPr>
          <p:cNvSpPr txBox="1"/>
          <p:nvPr/>
        </p:nvSpPr>
        <p:spPr>
          <a:xfrm>
            <a:off x="783772" y="2435897"/>
            <a:ext cx="8072845" cy="830997"/>
          </a:xfrm>
          <a:prstGeom prst="rect">
            <a:avLst/>
          </a:prstGeom>
          <a:noFill/>
        </p:spPr>
        <p:txBody>
          <a:bodyPr wrap="square" rtlCol="0">
            <a:spAutoFit/>
          </a:bodyPr>
          <a:lstStyle/>
          <a:p>
            <a:pPr marL="285750" indent="-285750">
              <a:buFont typeface="Arial" pitchFamily="34" charset="0"/>
              <a:buChar char="•"/>
            </a:pPr>
            <a:r>
              <a:rPr lang="en-US" sz="2400" dirty="0"/>
              <a:t>An HTTP client sends a request message to an HTTP server. The server, in turn, returns a response message</a:t>
            </a:r>
          </a:p>
        </p:txBody>
      </p:sp>
      <p:pic>
        <p:nvPicPr>
          <p:cNvPr id="9" name="Picture 8" descr="A diagram of a diagram of a response&#10;&#10;AI-generated content may be incorrect.">
            <a:extLst>
              <a:ext uri="{FF2B5EF4-FFF2-40B4-BE49-F238E27FC236}">
                <a16:creationId xmlns:a16="http://schemas.microsoft.com/office/drawing/2014/main" id="{95A21936-8EC4-65B3-7AFB-41FCB7D0AD9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43261" y="3333262"/>
            <a:ext cx="7620000" cy="3200400"/>
          </a:xfrm>
          <a:prstGeom prst="rect">
            <a:avLst/>
          </a:prstGeom>
        </p:spPr>
      </p:pic>
    </p:spTree>
    <p:extLst>
      <p:ext uri="{BB962C8B-B14F-4D97-AF65-F5344CB8AC3E}">
        <p14:creationId xmlns:p14="http://schemas.microsoft.com/office/powerpoint/2010/main" val="53812639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HTTP protocol</a:t>
            </a:r>
          </a:p>
        </p:txBody>
      </p:sp>
      <p:sp>
        <p:nvSpPr>
          <p:cNvPr id="5" name="Subtitle 4">
            <a:extLst>
              <a:ext uri="{FF2B5EF4-FFF2-40B4-BE49-F238E27FC236}">
                <a16:creationId xmlns:a16="http://schemas.microsoft.com/office/drawing/2014/main" id="{3322CB79-31E6-2043-9768-6699756B1FD4}"/>
              </a:ext>
            </a:extLst>
          </p:cNvPr>
          <p:cNvSpPr>
            <a:spLocks noGrp="1"/>
          </p:cNvSpPr>
          <p:nvPr>
            <p:ph type="subTitle" idx="1"/>
          </p:nvPr>
        </p:nvSpPr>
        <p:spPr/>
        <p:txBody>
          <a:bodyPr/>
          <a:lstStyle/>
          <a:p>
            <a:r>
              <a:rPr lang="en-US" dirty="0"/>
              <a:t> </a:t>
            </a:r>
            <a:endParaRPr lang="x-none" dirty="0"/>
          </a:p>
        </p:txBody>
      </p:sp>
      <p:sp>
        <p:nvSpPr>
          <p:cNvPr id="4" name="TextBox 3">
            <a:extLst>
              <a:ext uri="{FF2B5EF4-FFF2-40B4-BE49-F238E27FC236}">
                <a16:creationId xmlns:a16="http://schemas.microsoft.com/office/drawing/2014/main" id="{E00A471B-FCB5-3949-B014-0D06C67E41B3}"/>
              </a:ext>
            </a:extLst>
          </p:cNvPr>
          <p:cNvSpPr txBox="1"/>
          <p:nvPr/>
        </p:nvSpPr>
        <p:spPr>
          <a:xfrm>
            <a:off x="104503" y="2226891"/>
            <a:ext cx="8934993" cy="3277820"/>
          </a:xfrm>
          <a:prstGeom prst="rect">
            <a:avLst/>
          </a:prstGeom>
          <a:noFill/>
        </p:spPr>
        <p:txBody>
          <a:bodyPr wrap="square" rtlCol="0">
            <a:spAutoFit/>
          </a:bodyPr>
          <a:lstStyle/>
          <a:p>
            <a:pPr marL="800100" lvl="1" indent="-342900">
              <a:buFont typeface="Arial" pitchFamily="34" charset="0"/>
              <a:buChar char="•"/>
            </a:pPr>
            <a:r>
              <a:rPr lang="en-US" altLang="en-US" sz="2300" dirty="0"/>
              <a:t>HTTP stands for Hyper Text Transfer Protocol. Default http port is 80.</a:t>
            </a:r>
          </a:p>
          <a:p>
            <a:pPr marL="800100" lvl="1" indent="-342900">
              <a:buFont typeface="Arial" pitchFamily="34" charset="0"/>
              <a:buChar char="•"/>
            </a:pPr>
            <a:r>
              <a:rPr lang="en-US" altLang="en-US" sz="2300" dirty="0"/>
              <a:t>Communication between client and web servers is done by sending http Requests and receiving http Responses.</a:t>
            </a:r>
          </a:p>
          <a:p>
            <a:pPr marL="800100" lvl="1" indent="-342900">
              <a:buFont typeface="Arial" pitchFamily="34" charset="0"/>
              <a:buChar char="•"/>
            </a:pPr>
            <a:r>
              <a:rPr lang="en-US" altLang="en-US" sz="2300" b="1" dirty="0"/>
              <a:t>http is Connectionless  </a:t>
            </a:r>
            <a:r>
              <a:rPr lang="en-US" altLang="en-US" sz="2300" dirty="0"/>
              <a:t>because after the connection is closed, the server does not remember anything about the client and the client does not remember anything about the server. </a:t>
            </a:r>
          </a:p>
          <a:p>
            <a:pPr marL="800100" lvl="1" indent="-342900">
              <a:buFont typeface="Arial" pitchFamily="34" charset="0"/>
              <a:buChar char="•"/>
            </a:pPr>
            <a:r>
              <a:rPr lang="en-US" altLang="en-US" sz="2300" b="1" dirty="0"/>
              <a:t>http is stateless </a:t>
            </a:r>
            <a:r>
              <a:rPr lang="en-US" altLang="en-US" sz="2300" dirty="0"/>
              <a:t>because both client and server do not expect anything from each other but they are still able to communicate. </a:t>
            </a:r>
          </a:p>
        </p:txBody>
      </p:sp>
    </p:spTree>
    <p:extLst>
      <p:ext uri="{BB962C8B-B14F-4D97-AF65-F5344CB8AC3E}">
        <p14:creationId xmlns:p14="http://schemas.microsoft.com/office/powerpoint/2010/main" val="5072934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HTTP protocol</a:t>
            </a:r>
          </a:p>
        </p:txBody>
      </p:sp>
      <p:sp>
        <p:nvSpPr>
          <p:cNvPr id="5" name="Subtitle 4">
            <a:extLst>
              <a:ext uri="{FF2B5EF4-FFF2-40B4-BE49-F238E27FC236}">
                <a16:creationId xmlns:a16="http://schemas.microsoft.com/office/drawing/2014/main" id="{3322CB79-31E6-2043-9768-6699756B1FD4}"/>
              </a:ext>
            </a:extLst>
          </p:cNvPr>
          <p:cNvSpPr>
            <a:spLocks noGrp="1"/>
          </p:cNvSpPr>
          <p:nvPr>
            <p:ph type="subTitle" idx="1"/>
          </p:nvPr>
        </p:nvSpPr>
        <p:spPr/>
        <p:txBody>
          <a:bodyPr/>
          <a:lstStyle/>
          <a:p>
            <a:r>
              <a:rPr lang="en-US" dirty="0"/>
              <a:t>http Steps</a:t>
            </a:r>
            <a:endParaRPr lang="x-none" dirty="0"/>
          </a:p>
        </p:txBody>
      </p:sp>
      <p:sp>
        <p:nvSpPr>
          <p:cNvPr id="4" name="TextBox 3">
            <a:extLst>
              <a:ext uri="{FF2B5EF4-FFF2-40B4-BE49-F238E27FC236}">
                <a16:creationId xmlns:a16="http://schemas.microsoft.com/office/drawing/2014/main" id="{E00A471B-FCB5-3949-B014-0D06C67E41B3}"/>
              </a:ext>
            </a:extLst>
          </p:cNvPr>
          <p:cNvSpPr txBox="1"/>
          <p:nvPr/>
        </p:nvSpPr>
        <p:spPr>
          <a:xfrm>
            <a:off x="783771" y="2049390"/>
            <a:ext cx="8072845" cy="1938992"/>
          </a:xfrm>
          <a:prstGeom prst="rect">
            <a:avLst/>
          </a:prstGeom>
          <a:noFill/>
        </p:spPr>
        <p:txBody>
          <a:bodyPr wrap="square" rtlCol="0">
            <a:spAutoFit/>
          </a:bodyPr>
          <a:lstStyle/>
          <a:p>
            <a:pPr marL="342900" indent="-342900">
              <a:buFont typeface="Arial" pitchFamily="34" charset="0"/>
              <a:buChar char="•"/>
            </a:pPr>
            <a:r>
              <a:rPr lang="en-US" sz="2400" dirty="0"/>
              <a:t>Whenever you issue a URL from your browser to get a web resource using HTTP, e.g. http://www.abc.com/index.html, the browser turns the URL into a request message and sends it to the HTTP server.</a:t>
            </a:r>
            <a:br>
              <a:rPr lang="en-US" sz="2400" dirty="0"/>
            </a:br>
            <a:endParaRPr lang="en-US" altLang="en-US" sz="2400" dirty="0"/>
          </a:p>
        </p:txBody>
      </p:sp>
      <p:pic>
        <p:nvPicPr>
          <p:cNvPr id="7" name="Picture 4" descr="E:\Spring 2019-2020\Web Tech\Silde Web Tech\HTTP_Steps.png"/>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914400" y="3733800"/>
            <a:ext cx="7315200" cy="23404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86745083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HTTP protocol</a:t>
            </a:r>
          </a:p>
        </p:txBody>
      </p:sp>
      <p:sp>
        <p:nvSpPr>
          <p:cNvPr id="5" name="Subtitle 4">
            <a:extLst>
              <a:ext uri="{FF2B5EF4-FFF2-40B4-BE49-F238E27FC236}">
                <a16:creationId xmlns:a16="http://schemas.microsoft.com/office/drawing/2014/main" id="{3322CB79-31E6-2043-9768-6699756B1FD4}"/>
              </a:ext>
            </a:extLst>
          </p:cNvPr>
          <p:cNvSpPr>
            <a:spLocks noGrp="1"/>
          </p:cNvSpPr>
          <p:nvPr>
            <p:ph type="subTitle" idx="1"/>
          </p:nvPr>
        </p:nvSpPr>
        <p:spPr/>
        <p:txBody>
          <a:bodyPr/>
          <a:lstStyle/>
          <a:p>
            <a:r>
              <a:rPr lang="en-US" dirty="0"/>
              <a:t>http Steps(continue)</a:t>
            </a:r>
            <a:endParaRPr lang="x-none" dirty="0"/>
          </a:p>
        </p:txBody>
      </p:sp>
      <p:sp>
        <p:nvSpPr>
          <p:cNvPr id="4" name="TextBox 3">
            <a:extLst>
              <a:ext uri="{FF2B5EF4-FFF2-40B4-BE49-F238E27FC236}">
                <a16:creationId xmlns:a16="http://schemas.microsoft.com/office/drawing/2014/main" id="{E00A471B-FCB5-3949-B014-0D06C67E41B3}"/>
              </a:ext>
            </a:extLst>
          </p:cNvPr>
          <p:cNvSpPr txBox="1"/>
          <p:nvPr/>
        </p:nvSpPr>
        <p:spPr>
          <a:xfrm>
            <a:off x="783771" y="2049390"/>
            <a:ext cx="8072845" cy="3170099"/>
          </a:xfrm>
          <a:prstGeom prst="rect">
            <a:avLst/>
          </a:prstGeom>
          <a:noFill/>
        </p:spPr>
        <p:txBody>
          <a:bodyPr wrap="square" rtlCol="0">
            <a:spAutoFit/>
          </a:bodyPr>
          <a:lstStyle/>
          <a:p>
            <a:pPr marL="342900" indent="-342900">
              <a:buFont typeface="Arial" pitchFamily="34" charset="0"/>
              <a:buChar char="•"/>
            </a:pPr>
            <a:r>
              <a:rPr lang="en-US" sz="2000" dirty="0"/>
              <a:t>The HTTP server interprets the request message, and returns you an appropriate response message, which is either the resource you requested or an error message.</a:t>
            </a:r>
          </a:p>
          <a:p>
            <a:pPr marL="342900" indent="-342900">
              <a:buFont typeface="Arial" pitchFamily="34" charset="0"/>
              <a:buChar char="•"/>
            </a:pPr>
            <a:r>
              <a:rPr lang="en-US" sz="2000" dirty="0"/>
              <a:t>A URL (Uniform Resource Locator) is used to uniquely identify a resource over the web. URL has the following syntax: </a:t>
            </a:r>
            <a:r>
              <a:rPr lang="en-US" sz="2000" b="1" dirty="0"/>
              <a:t>protocol://hostname:port/path-and-file-name</a:t>
            </a:r>
          </a:p>
          <a:p>
            <a:pPr marL="342900" indent="-342900">
              <a:buFont typeface="Arial" pitchFamily="34" charset="0"/>
              <a:buChar char="•"/>
            </a:pPr>
            <a:r>
              <a:rPr lang="en-US" sz="2000" dirty="0"/>
              <a:t>As mentioned, whenever you enter a URL in the address box of the browser, the browser translates the URL into a request message according to the specified protocol; and sends the request message to the server.</a:t>
            </a:r>
            <a:endParaRPr lang="en-US" sz="2400" dirty="0"/>
          </a:p>
        </p:txBody>
      </p:sp>
      <p:pic>
        <p:nvPicPr>
          <p:cNvPr id="6" name="Picture 2" descr="E:\Spring 2019-2020\Web Tech\Silde Web Tech\HTTP_RequestMessageExample.png"/>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1524000" y="5120639"/>
            <a:ext cx="4999038" cy="13846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81035471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HTTP protocol</a:t>
            </a:r>
          </a:p>
        </p:txBody>
      </p:sp>
      <p:sp>
        <p:nvSpPr>
          <p:cNvPr id="5" name="Subtitle 4">
            <a:extLst>
              <a:ext uri="{FF2B5EF4-FFF2-40B4-BE49-F238E27FC236}">
                <a16:creationId xmlns:a16="http://schemas.microsoft.com/office/drawing/2014/main" id="{3322CB79-31E6-2043-9768-6699756B1FD4}"/>
              </a:ext>
            </a:extLst>
          </p:cNvPr>
          <p:cNvSpPr>
            <a:spLocks noGrp="1"/>
          </p:cNvSpPr>
          <p:nvPr>
            <p:ph type="subTitle" idx="1"/>
          </p:nvPr>
        </p:nvSpPr>
        <p:spPr/>
        <p:txBody>
          <a:bodyPr/>
          <a:lstStyle/>
          <a:p>
            <a:r>
              <a:rPr lang="en-US" dirty="0"/>
              <a:t>http Steps(continue)</a:t>
            </a:r>
            <a:endParaRPr lang="x-none" dirty="0"/>
          </a:p>
        </p:txBody>
      </p:sp>
      <p:sp>
        <p:nvSpPr>
          <p:cNvPr id="4" name="TextBox 3">
            <a:extLst>
              <a:ext uri="{FF2B5EF4-FFF2-40B4-BE49-F238E27FC236}">
                <a16:creationId xmlns:a16="http://schemas.microsoft.com/office/drawing/2014/main" id="{E00A471B-FCB5-3949-B014-0D06C67E41B3}"/>
              </a:ext>
            </a:extLst>
          </p:cNvPr>
          <p:cNvSpPr txBox="1"/>
          <p:nvPr/>
        </p:nvSpPr>
        <p:spPr>
          <a:xfrm>
            <a:off x="235975" y="2049390"/>
            <a:ext cx="8620642" cy="2167966"/>
          </a:xfrm>
          <a:prstGeom prst="rect">
            <a:avLst/>
          </a:prstGeom>
          <a:noFill/>
        </p:spPr>
        <p:txBody>
          <a:bodyPr wrap="square" rtlCol="0">
            <a:spAutoFit/>
          </a:bodyPr>
          <a:lstStyle/>
          <a:p>
            <a:pPr marL="342900" indent="-342900">
              <a:lnSpc>
                <a:spcPct val="80000"/>
              </a:lnSpc>
              <a:buFont typeface="Arial" pitchFamily="34" charset="0"/>
              <a:buChar char="•"/>
            </a:pPr>
            <a:r>
              <a:rPr lang="en-US" sz="2400" dirty="0"/>
              <a:t>The server interprets the request received, maps the request into a file under the server’s document directory, and returns the file requested to the client. Or</a:t>
            </a:r>
          </a:p>
          <a:p>
            <a:pPr marL="342900" indent="-342900">
              <a:lnSpc>
                <a:spcPct val="80000"/>
              </a:lnSpc>
              <a:buFont typeface="Arial" pitchFamily="34" charset="0"/>
              <a:buChar char="•"/>
            </a:pPr>
            <a:r>
              <a:rPr lang="en-US" sz="2400" dirty="0"/>
              <a:t>The server interprets the request received, maps the request into a program kept in the server, executes the program, and returns the output of the program to the client. If the request not be satisfied, server returns an error message.</a:t>
            </a:r>
          </a:p>
        </p:txBody>
      </p:sp>
      <p:pic>
        <p:nvPicPr>
          <p:cNvPr id="6" name="Picture 4" descr="E:\Spring 2019-2020\Web Tech\Silde Web Tech\HTTP_ResponseMessageExample.png"/>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1643747" y="4217356"/>
            <a:ext cx="5364163" cy="2035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42083306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559A678-07E5-54C4-85B4-1F797274039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9B0E27F-4ADA-6B20-5236-2B8928E451C0}"/>
              </a:ext>
            </a:extLst>
          </p:cNvPr>
          <p:cNvSpPr>
            <a:spLocks noGrp="1"/>
          </p:cNvSpPr>
          <p:nvPr>
            <p:ph type="ctrTitle"/>
          </p:nvPr>
        </p:nvSpPr>
        <p:spPr/>
        <p:txBody>
          <a:bodyPr/>
          <a:lstStyle/>
          <a:p>
            <a:r>
              <a:rPr lang="en-US" dirty="0"/>
              <a:t>HTTP Response Message</a:t>
            </a:r>
          </a:p>
        </p:txBody>
      </p:sp>
      <p:sp>
        <p:nvSpPr>
          <p:cNvPr id="7" name="TextBox 6">
            <a:extLst>
              <a:ext uri="{FF2B5EF4-FFF2-40B4-BE49-F238E27FC236}">
                <a16:creationId xmlns:a16="http://schemas.microsoft.com/office/drawing/2014/main" id="{212CDCE5-FEA2-5158-DCA4-FB0A15539D88}"/>
              </a:ext>
            </a:extLst>
          </p:cNvPr>
          <p:cNvSpPr txBox="1"/>
          <p:nvPr/>
        </p:nvSpPr>
        <p:spPr>
          <a:xfrm>
            <a:off x="476205" y="2062179"/>
            <a:ext cx="4572000" cy="1427442"/>
          </a:xfrm>
          <a:prstGeom prst="rect">
            <a:avLst/>
          </a:prstGeom>
          <a:noFill/>
        </p:spPr>
        <p:txBody>
          <a:bodyPr wrap="square">
            <a:spAutoFit/>
          </a:bodyPr>
          <a:lstStyle/>
          <a:p>
            <a:pPr>
              <a:lnSpc>
                <a:spcPct val="80000"/>
              </a:lnSpc>
            </a:pPr>
            <a:r>
              <a:rPr lang="en-US" dirty="0"/>
              <a:t>The type of response messages:</a:t>
            </a:r>
          </a:p>
          <a:p>
            <a:pPr marL="342900" indent="-342900">
              <a:lnSpc>
                <a:spcPct val="80000"/>
              </a:lnSpc>
              <a:buFont typeface="Arial" pitchFamily="34" charset="0"/>
              <a:buChar char="•"/>
            </a:pPr>
            <a:r>
              <a:rPr lang="en-US" dirty="0"/>
              <a:t>1xx: Informational response</a:t>
            </a:r>
          </a:p>
          <a:p>
            <a:pPr marL="342900" indent="-342900">
              <a:lnSpc>
                <a:spcPct val="80000"/>
              </a:lnSpc>
              <a:buFont typeface="Arial" pitchFamily="34" charset="0"/>
              <a:buChar char="•"/>
            </a:pPr>
            <a:r>
              <a:rPr lang="en-US" dirty="0"/>
              <a:t>2xx: Success</a:t>
            </a:r>
          </a:p>
          <a:p>
            <a:pPr marL="342900" indent="-342900">
              <a:lnSpc>
                <a:spcPct val="80000"/>
              </a:lnSpc>
              <a:buFont typeface="Arial" pitchFamily="34" charset="0"/>
              <a:buChar char="•"/>
            </a:pPr>
            <a:r>
              <a:rPr lang="en-US" dirty="0"/>
              <a:t>3xx: Redirection</a:t>
            </a:r>
          </a:p>
          <a:p>
            <a:pPr marL="342900" indent="-342900">
              <a:lnSpc>
                <a:spcPct val="80000"/>
              </a:lnSpc>
              <a:buFont typeface="Arial" pitchFamily="34" charset="0"/>
              <a:buChar char="•"/>
            </a:pPr>
            <a:r>
              <a:rPr lang="en-US" dirty="0"/>
              <a:t>4xx: Client error</a:t>
            </a:r>
          </a:p>
          <a:p>
            <a:pPr marL="342900" indent="-342900">
              <a:lnSpc>
                <a:spcPct val="80000"/>
              </a:lnSpc>
              <a:buFont typeface="Arial" pitchFamily="34" charset="0"/>
              <a:buChar char="•"/>
            </a:pPr>
            <a:r>
              <a:rPr lang="en-US" dirty="0"/>
              <a:t>5xx: Server error</a:t>
            </a:r>
          </a:p>
        </p:txBody>
      </p:sp>
      <p:sp>
        <p:nvSpPr>
          <p:cNvPr id="9" name="Subtitle 8">
            <a:extLst>
              <a:ext uri="{FF2B5EF4-FFF2-40B4-BE49-F238E27FC236}">
                <a16:creationId xmlns:a16="http://schemas.microsoft.com/office/drawing/2014/main" id="{3B33D0A6-06EE-E419-2A3D-4A4D0CBA1382}"/>
              </a:ext>
            </a:extLst>
          </p:cNvPr>
          <p:cNvSpPr>
            <a:spLocks noGrp="1"/>
          </p:cNvSpPr>
          <p:nvPr>
            <p:ph type="subTitle" idx="1"/>
          </p:nvPr>
        </p:nvSpPr>
        <p:spPr/>
        <p:txBody>
          <a:bodyPr/>
          <a:lstStyle/>
          <a:p>
            <a:endParaRPr lang="en-US"/>
          </a:p>
        </p:txBody>
      </p:sp>
      <p:graphicFrame>
        <p:nvGraphicFramePr>
          <p:cNvPr id="12" name="Table 11">
            <a:extLst>
              <a:ext uri="{FF2B5EF4-FFF2-40B4-BE49-F238E27FC236}">
                <a16:creationId xmlns:a16="http://schemas.microsoft.com/office/drawing/2014/main" id="{1AC6620E-40D9-F4E3-83B8-78DC1D84A031}"/>
              </a:ext>
            </a:extLst>
          </p:cNvPr>
          <p:cNvGraphicFramePr>
            <a:graphicFrameLocks noGrp="1"/>
          </p:cNvGraphicFramePr>
          <p:nvPr>
            <p:extLst>
              <p:ext uri="{D42A27DB-BD31-4B8C-83A1-F6EECF244321}">
                <p14:modId xmlns:p14="http://schemas.microsoft.com/office/powerpoint/2010/main" val="722370991"/>
              </p:ext>
            </p:extLst>
          </p:nvPr>
        </p:nvGraphicFramePr>
        <p:xfrm>
          <a:off x="162232" y="3534741"/>
          <a:ext cx="8981768" cy="2992514"/>
        </p:xfrm>
        <a:graphic>
          <a:graphicData uri="http://schemas.openxmlformats.org/drawingml/2006/table">
            <a:tbl>
              <a:tblPr/>
              <a:tblGrid>
                <a:gridCol w="1373310">
                  <a:extLst>
                    <a:ext uri="{9D8B030D-6E8A-4147-A177-3AD203B41FA5}">
                      <a16:colId xmlns:a16="http://schemas.microsoft.com/office/drawing/2014/main" val="2746931050"/>
                    </a:ext>
                  </a:extLst>
                </a:gridCol>
                <a:gridCol w="1783725">
                  <a:extLst>
                    <a:ext uri="{9D8B030D-6E8A-4147-A177-3AD203B41FA5}">
                      <a16:colId xmlns:a16="http://schemas.microsoft.com/office/drawing/2014/main" val="3250759362"/>
                    </a:ext>
                  </a:extLst>
                </a:gridCol>
                <a:gridCol w="5824733">
                  <a:extLst>
                    <a:ext uri="{9D8B030D-6E8A-4147-A177-3AD203B41FA5}">
                      <a16:colId xmlns:a16="http://schemas.microsoft.com/office/drawing/2014/main" val="2099499685"/>
                    </a:ext>
                  </a:extLst>
                </a:gridCol>
              </a:tblGrid>
              <a:tr h="286771">
                <a:tc>
                  <a:txBody>
                    <a:bodyPr/>
                    <a:lstStyle/>
                    <a:p>
                      <a:r>
                        <a:rPr lang="en-US" sz="1600" b="1" i="0">
                          <a:effectLst/>
                        </a:rPr>
                        <a:t>Status Code</a:t>
                      </a:r>
                    </a:p>
                  </a:txBody>
                  <a:tcPr marL="75617" marR="75617" marT="45370" marB="45370" anchor="ctr">
                    <a:lnL w="9525" cap="flat" cmpd="sng" algn="ctr">
                      <a:solidFill>
                        <a:srgbClr val="EAECF0"/>
                      </a:solidFill>
                      <a:prstDash val="solid"/>
                      <a:round/>
                      <a:headEnd type="none" w="med" len="med"/>
                      <a:tailEnd type="none" w="med" len="med"/>
                    </a:lnL>
                    <a:lnR w="9525" cap="flat" cmpd="sng" algn="ctr">
                      <a:solidFill>
                        <a:srgbClr val="EAECF0"/>
                      </a:solidFill>
                      <a:prstDash val="solid"/>
                      <a:round/>
                      <a:headEnd type="none" w="med" len="med"/>
                      <a:tailEnd type="none" w="med" len="med"/>
                    </a:lnR>
                    <a:lnT w="9525" cap="flat" cmpd="sng" algn="ctr">
                      <a:solidFill>
                        <a:srgbClr val="EAECF0"/>
                      </a:solidFill>
                      <a:prstDash val="solid"/>
                      <a:round/>
                      <a:headEnd type="none" w="med" len="med"/>
                      <a:tailEnd type="none" w="med" len="med"/>
                    </a:lnT>
                    <a:lnB w="9525" cap="flat" cmpd="sng" algn="ctr">
                      <a:solidFill>
                        <a:srgbClr val="EAECF0"/>
                      </a:solidFill>
                      <a:prstDash val="solid"/>
                      <a:round/>
                      <a:headEnd type="none" w="med" len="med"/>
                      <a:tailEnd type="none" w="med" len="med"/>
                    </a:lnB>
                    <a:solidFill>
                      <a:srgbClr val="FFFFFF"/>
                    </a:solidFill>
                  </a:tcPr>
                </a:tc>
                <a:tc>
                  <a:txBody>
                    <a:bodyPr/>
                    <a:lstStyle/>
                    <a:p>
                      <a:r>
                        <a:rPr lang="en-US" sz="1600" b="1" i="0">
                          <a:effectLst/>
                        </a:rPr>
                        <a:t>Status Text</a:t>
                      </a:r>
                    </a:p>
                  </a:txBody>
                  <a:tcPr marL="75617" marR="75617" marT="45370" marB="45370" anchor="ctr">
                    <a:lnL w="9525" cap="flat" cmpd="sng" algn="ctr">
                      <a:solidFill>
                        <a:srgbClr val="EAECF0"/>
                      </a:solidFill>
                      <a:prstDash val="solid"/>
                      <a:round/>
                      <a:headEnd type="none" w="med" len="med"/>
                      <a:tailEnd type="none" w="med" len="med"/>
                    </a:lnL>
                    <a:lnR w="9525" cap="flat" cmpd="sng" algn="ctr">
                      <a:solidFill>
                        <a:srgbClr val="EAECF0"/>
                      </a:solidFill>
                      <a:prstDash val="solid"/>
                      <a:round/>
                      <a:headEnd type="none" w="med" len="med"/>
                      <a:tailEnd type="none" w="med" len="med"/>
                    </a:lnR>
                    <a:lnT w="9525" cap="flat" cmpd="sng" algn="ctr">
                      <a:solidFill>
                        <a:srgbClr val="EAECF0"/>
                      </a:solidFill>
                      <a:prstDash val="solid"/>
                      <a:round/>
                      <a:headEnd type="none" w="med" len="med"/>
                      <a:tailEnd type="none" w="med" len="med"/>
                    </a:lnT>
                    <a:lnB w="9525" cap="flat" cmpd="sng" algn="ctr">
                      <a:solidFill>
                        <a:srgbClr val="EAECF0"/>
                      </a:solidFill>
                      <a:prstDash val="solid"/>
                      <a:round/>
                      <a:headEnd type="none" w="med" len="med"/>
                      <a:tailEnd type="none" w="med" len="med"/>
                    </a:lnB>
                    <a:solidFill>
                      <a:srgbClr val="FFFFFF"/>
                    </a:solidFill>
                  </a:tcPr>
                </a:tc>
                <a:tc>
                  <a:txBody>
                    <a:bodyPr/>
                    <a:lstStyle/>
                    <a:p>
                      <a:r>
                        <a:rPr lang="en-US" sz="1600" b="1" i="0">
                          <a:effectLst/>
                        </a:rPr>
                        <a:t>Meaning</a:t>
                      </a:r>
                    </a:p>
                  </a:txBody>
                  <a:tcPr marL="75617" marR="75617" marT="45370" marB="45370" anchor="ctr">
                    <a:lnL w="9525" cap="flat" cmpd="sng" algn="ctr">
                      <a:solidFill>
                        <a:srgbClr val="EAECF0"/>
                      </a:solidFill>
                      <a:prstDash val="solid"/>
                      <a:round/>
                      <a:headEnd type="none" w="med" len="med"/>
                      <a:tailEnd type="none" w="med" len="med"/>
                    </a:lnL>
                    <a:lnR w="9525" cap="flat" cmpd="sng" algn="ctr">
                      <a:solidFill>
                        <a:srgbClr val="EAECF0"/>
                      </a:solidFill>
                      <a:prstDash val="solid"/>
                      <a:round/>
                      <a:headEnd type="none" w="med" len="med"/>
                      <a:tailEnd type="none" w="med" len="med"/>
                    </a:lnR>
                    <a:lnT w="9525" cap="flat" cmpd="sng" algn="ctr">
                      <a:solidFill>
                        <a:srgbClr val="EAECF0"/>
                      </a:solidFill>
                      <a:prstDash val="solid"/>
                      <a:round/>
                      <a:headEnd type="none" w="med" len="med"/>
                      <a:tailEnd type="none" w="med" len="med"/>
                    </a:lnT>
                    <a:lnB w="9525" cap="flat" cmpd="sng" algn="ctr">
                      <a:solidFill>
                        <a:srgbClr val="EAECF0"/>
                      </a:solidFill>
                      <a:prstDash val="solid"/>
                      <a:round/>
                      <a:headEnd type="none" w="med" len="med"/>
                      <a:tailEnd type="none" w="med" len="med"/>
                    </a:lnB>
                    <a:solidFill>
                      <a:srgbClr val="FFFFFF"/>
                    </a:solidFill>
                  </a:tcPr>
                </a:tc>
                <a:extLst>
                  <a:ext uri="{0D108BD9-81ED-4DB2-BD59-A6C34878D82A}">
                    <a16:rowId xmlns:a16="http://schemas.microsoft.com/office/drawing/2014/main" val="3535428469"/>
                  </a:ext>
                </a:extLst>
              </a:tr>
              <a:tr h="495768">
                <a:tc>
                  <a:txBody>
                    <a:bodyPr/>
                    <a:lstStyle/>
                    <a:p>
                      <a:pPr algn="l"/>
                      <a:r>
                        <a:rPr lang="en-US" sz="1600" b="0" i="0">
                          <a:effectLst/>
                        </a:rPr>
                        <a:t>200</a:t>
                      </a:r>
                    </a:p>
                  </a:txBody>
                  <a:tcPr marL="75617" marR="75617" marT="45370" marB="45370" anchor="ctr">
                    <a:lnL w="9525" cap="flat" cmpd="sng" algn="ctr">
                      <a:solidFill>
                        <a:srgbClr val="EAECF0"/>
                      </a:solidFill>
                      <a:prstDash val="solid"/>
                      <a:round/>
                      <a:headEnd type="none" w="med" len="med"/>
                      <a:tailEnd type="none" w="med" len="med"/>
                    </a:lnL>
                    <a:lnR w="9525" cap="flat" cmpd="sng" algn="ctr">
                      <a:solidFill>
                        <a:srgbClr val="EAECF0"/>
                      </a:solidFill>
                      <a:prstDash val="solid"/>
                      <a:round/>
                      <a:headEnd type="none" w="med" len="med"/>
                      <a:tailEnd type="none" w="med" len="med"/>
                    </a:lnR>
                    <a:lnT w="9525" cap="flat" cmpd="sng" algn="ctr">
                      <a:solidFill>
                        <a:srgbClr val="EAECF0"/>
                      </a:solidFill>
                      <a:prstDash val="solid"/>
                      <a:round/>
                      <a:headEnd type="none" w="med" len="med"/>
                      <a:tailEnd type="none" w="med" len="med"/>
                    </a:lnT>
                    <a:lnB w="9525" cap="flat" cmpd="sng" algn="ctr">
                      <a:solidFill>
                        <a:srgbClr val="EAECF0"/>
                      </a:solidFill>
                      <a:prstDash val="solid"/>
                      <a:round/>
                      <a:headEnd type="none" w="med" len="med"/>
                      <a:tailEnd type="none" w="med" len="med"/>
                    </a:lnB>
                    <a:solidFill>
                      <a:srgbClr val="FFFFFF"/>
                    </a:solidFill>
                  </a:tcPr>
                </a:tc>
                <a:tc>
                  <a:txBody>
                    <a:bodyPr/>
                    <a:lstStyle/>
                    <a:p>
                      <a:pPr algn="l"/>
                      <a:r>
                        <a:rPr lang="en-US" sz="1600" b="0" i="0">
                          <a:effectLst/>
                        </a:rPr>
                        <a:t>OK</a:t>
                      </a:r>
                    </a:p>
                  </a:txBody>
                  <a:tcPr marL="75617" marR="75617" marT="45370" marB="45370" anchor="ctr">
                    <a:lnL w="9525" cap="flat" cmpd="sng" algn="ctr">
                      <a:solidFill>
                        <a:srgbClr val="EAECF0"/>
                      </a:solidFill>
                      <a:prstDash val="solid"/>
                      <a:round/>
                      <a:headEnd type="none" w="med" len="med"/>
                      <a:tailEnd type="none" w="med" len="med"/>
                    </a:lnL>
                    <a:lnR w="9525" cap="flat" cmpd="sng" algn="ctr">
                      <a:solidFill>
                        <a:srgbClr val="EAECF0"/>
                      </a:solidFill>
                      <a:prstDash val="solid"/>
                      <a:round/>
                      <a:headEnd type="none" w="med" len="med"/>
                      <a:tailEnd type="none" w="med" len="med"/>
                    </a:lnR>
                    <a:lnT w="9525" cap="flat" cmpd="sng" algn="ctr">
                      <a:solidFill>
                        <a:srgbClr val="EAECF0"/>
                      </a:solidFill>
                      <a:prstDash val="solid"/>
                      <a:round/>
                      <a:headEnd type="none" w="med" len="med"/>
                      <a:tailEnd type="none" w="med" len="med"/>
                    </a:lnT>
                    <a:lnB w="9525" cap="flat" cmpd="sng" algn="ctr">
                      <a:solidFill>
                        <a:srgbClr val="EAECF0"/>
                      </a:solidFill>
                      <a:prstDash val="solid"/>
                      <a:round/>
                      <a:headEnd type="none" w="med" len="med"/>
                      <a:tailEnd type="none" w="med" len="med"/>
                    </a:lnB>
                    <a:solidFill>
                      <a:srgbClr val="FFFFFF"/>
                    </a:solidFill>
                  </a:tcPr>
                </a:tc>
                <a:tc>
                  <a:txBody>
                    <a:bodyPr/>
                    <a:lstStyle/>
                    <a:p>
                      <a:pPr algn="l"/>
                      <a:r>
                        <a:rPr lang="en-US" sz="1600" b="0" i="0" dirty="0">
                          <a:effectLst/>
                        </a:rPr>
                        <a:t>The request was successful and the response body contains the data.</a:t>
                      </a:r>
                    </a:p>
                  </a:txBody>
                  <a:tcPr marL="75617" marR="75617" marT="45370" marB="45370" anchor="ctr">
                    <a:lnL w="9525" cap="flat" cmpd="sng" algn="ctr">
                      <a:solidFill>
                        <a:srgbClr val="EAECF0"/>
                      </a:solidFill>
                      <a:prstDash val="solid"/>
                      <a:round/>
                      <a:headEnd type="none" w="med" len="med"/>
                      <a:tailEnd type="none" w="med" len="med"/>
                    </a:lnL>
                    <a:lnR w="9525" cap="flat" cmpd="sng" algn="ctr">
                      <a:solidFill>
                        <a:srgbClr val="EAECF0"/>
                      </a:solidFill>
                      <a:prstDash val="solid"/>
                      <a:round/>
                      <a:headEnd type="none" w="med" len="med"/>
                      <a:tailEnd type="none" w="med" len="med"/>
                    </a:lnR>
                    <a:lnT w="9525" cap="flat" cmpd="sng" algn="ctr">
                      <a:solidFill>
                        <a:srgbClr val="EAECF0"/>
                      </a:solidFill>
                      <a:prstDash val="solid"/>
                      <a:round/>
                      <a:headEnd type="none" w="med" len="med"/>
                      <a:tailEnd type="none" w="med" len="med"/>
                    </a:lnT>
                    <a:lnB w="9525" cap="flat" cmpd="sng" algn="ctr">
                      <a:solidFill>
                        <a:srgbClr val="EAECF0"/>
                      </a:solidFill>
                      <a:prstDash val="solid"/>
                      <a:round/>
                      <a:headEnd type="none" w="med" len="med"/>
                      <a:tailEnd type="none" w="med" len="med"/>
                    </a:lnB>
                    <a:solidFill>
                      <a:srgbClr val="FFFFFF"/>
                    </a:solidFill>
                  </a:tcPr>
                </a:tc>
                <a:extLst>
                  <a:ext uri="{0D108BD9-81ED-4DB2-BD59-A6C34878D82A}">
                    <a16:rowId xmlns:a16="http://schemas.microsoft.com/office/drawing/2014/main" val="4182258656"/>
                  </a:ext>
                </a:extLst>
              </a:tr>
              <a:tr h="335373">
                <a:tc>
                  <a:txBody>
                    <a:bodyPr/>
                    <a:lstStyle/>
                    <a:p>
                      <a:pPr algn="l"/>
                      <a:r>
                        <a:rPr lang="en-US" sz="1600" b="0" i="0">
                          <a:effectLst/>
                        </a:rPr>
                        <a:t>201</a:t>
                      </a:r>
                    </a:p>
                  </a:txBody>
                  <a:tcPr marL="75617" marR="75617" marT="45370" marB="45370" anchor="ctr">
                    <a:lnL w="9525" cap="flat" cmpd="sng" algn="ctr">
                      <a:solidFill>
                        <a:srgbClr val="EAECF0"/>
                      </a:solidFill>
                      <a:prstDash val="solid"/>
                      <a:round/>
                      <a:headEnd type="none" w="med" len="med"/>
                      <a:tailEnd type="none" w="med" len="med"/>
                    </a:lnL>
                    <a:lnR w="9525" cap="flat" cmpd="sng" algn="ctr">
                      <a:solidFill>
                        <a:srgbClr val="EAECF0"/>
                      </a:solidFill>
                      <a:prstDash val="solid"/>
                      <a:round/>
                      <a:headEnd type="none" w="med" len="med"/>
                      <a:tailEnd type="none" w="med" len="med"/>
                    </a:lnR>
                    <a:lnT w="9525" cap="flat" cmpd="sng" algn="ctr">
                      <a:solidFill>
                        <a:srgbClr val="EAECF0"/>
                      </a:solidFill>
                      <a:prstDash val="solid"/>
                      <a:round/>
                      <a:headEnd type="none" w="med" len="med"/>
                      <a:tailEnd type="none" w="med" len="med"/>
                    </a:lnT>
                    <a:lnB w="9525" cap="flat" cmpd="sng" algn="ctr">
                      <a:solidFill>
                        <a:srgbClr val="EAECF0"/>
                      </a:solidFill>
                      <a:prstDash val="solid"/>
                      <a:round/>
                      <a:headEnd type="none" w="med" len="med"/>
                      <a:tailEnd type="none" w="med" len="med"/>
                    </a:lnB>
                    <a:solidFill>
                      <a:srgbClr val="F9FAFB"/>
                    </a:solidFill>
                  </a:tcPr>
                </a:tc>
                <a:tc>
                  <a:txBody>
                    <a:bodyPr/>
                    <a:lstStyle/>
                    <a:p>
                      <a:pPr algn="l"/>
                      <a:r>
                        <a:rPr lang="en-US" sz="1600" b="0" i="0">
                          <a:effectLst/>
                        </a:rPr>
                        <a:t>Created</a:t>
                      </a:r>
                    </a:p>
                  </a:txBody>
                  <a:tcPr marL="75617" marR="75617" marT="45370" marB="45370" anchor="ctr">
                    <a:lnL w="9525" cap="flat" cmpd="sng" algn="ctr">
                      <a:solidFill>
                        <a:srgbClr val="EAECF0"/>
                      </a:solidFill>
                      <a:prstDash val="solid"/>
                      <a:round/>
                      <a:headEnd type="none" w="med" len="med"/>
                      <a:tailEnd type="none" w="med" len="med"/>
                    </a:lnL>
                    <a:lnR w="9525" cap="flat" cmpd="sng" algn="ctr">
                      <a:solidFill>
                        <a:srgbClr val="EAECF0"/>
                      </a:solidFill>
                      <a:prstDash val="solid"/>
                      <a:round/>
                      <a:headEnd type="none" w="med" len="med"/>
                      <a:tailEnd type="none" w="med" len="med"/>
                    </a:lnR>
                    <a:lnT w="9525" cap="flat" cmpd="sng" algn="ctr">
                      <a:solidFill>
                        <a:srgbClr val="EAECF0"/>
                      </a:solidFill>
                      <a:prstDash val="solid"/>
                      <a:round/>
                      <a:headEnd type="none" w="med" len="med"/>
                      <a:tailEnd type="none" w="med" len="med"/>
                    </a:lnT>
                    <a:lnB w="9525" cap="flat" cmpd="sng" algn="ctr">
                      <a:solidFill>
                        <a:srgbClr val="EAECF0"/>
                      </a:solidFill>
                      <a:prstDash val="solid"/>
                      <a:round/>
                      <a:headEnd type="none" w="med" len="med"/>
                      <a:tailEnd type="none" w="med" len="med"/>
                    </a:lnB>
                    <a:solidFill>
                      <a:srgbClr val="F9FAFB"/>
                    </a:solidFill>
                  </a:tcPr>
                </a:tc>
                <a:tc>
                  <a:txBody>
                    <a:bodyPr/>
                    <a:lstStyle/>
                    <a:p>
                      <a:pPr algn="l"/>
                      <a:r>
                        <a:rPr lang="en-US" sz="1600" b="0" i="0">
                          <a:effectLst/>
                        </a:rPr>
                        <a:t>The request was successful and a new resource was created.</a:t>
                      </a:r>
                    </a:p>
                  </a:txBody>
                  <a:tcPr marL="75617" marR="75617" marT="45370" marB="45370" anchor="ctr">
                    <a:lnL w="9525" cap="flat" cmpd="sng" algn="ctr">
                      <a:solidFill>
                        <a:srgbClr val="EAECF0"/>
                      </a:solidFill>
                      <a:prstDash val="solid"/>
                      <a:round/>
                      <a:headEnd type="none" w="med" len="med"/>
                      <a:tailEnd type="none" w="med" len="med"/>
                    </a:lnL>
                    <a:lnR w="9525" cap="flat" cmpd="sng" algn="ctr">
                      <a:solidFill>
                        <a:srgbClr val="EAECF0"/>
                      </a:solidFill>
                      <a:prstDash val="solid"/>
                      <a:round/>
                      <a:headEnd type="none" w="med" len="med"/>
                      <a:tailEnd type="none" w="med" len="med"/>
                    </a:lnR>
                    <a:lnT w="9525" cap="flat" cmpd="sng" algn="ctr">
                      <a:solidFill>
                        <a:srgbClr val="EAECF0"/>
                      </a:solidFill>
                      <a:prstDash val="solid"/>
                      <a:round/>
                      <a:headEnd type="none" w="med" len="med"/>
                      <a:tailEnd type="none" w="med" len="med"/>
                    </a:lnT>
                    <a:lnB w="9525" cap="flat" cmpd="sng" algn="ctr">
                      <a:solidFill>
                        <a:srgbClr val="EAECF0"/>
                      </a:solidFill>
                      <a:prstDash val="solid"/>
                      <a:round/>
                      <a:headEnd type="none" w="med" len="med"/>
                      <a:tailEnd type="none" w="med" len="med"/>
                    </a:lnB>
                    <a:solidFill>
                      <a:srgbClr val="F9FAFB"/>
                    </a:solidFill>
                  </a:tcPr>
                </a:tc>
                <a:extLst>
                  <a:ext uri="{0D108BD9-81ED-4DB2-BD59-A6C34878D82A}">
                    <a16:rowId xmlns:a16="http://schemas.microsoft.com/office/drawing/2014/main" val="1588419118"/>
                  </a:ext>
                </a:extLst>
              </a:tr>
              <a:tr h="495768">
                <a:tc>
                  <a:txBody>
                    <a:bodyPr/>
                    <a:lstStyle/>
                    <a:p>
                      <a:pPr algn="l"/>
                      <a:r>
                        <a:rPr lang="en-US" sz="1600" b="0" i="0" dirty="0">
                          <a:effectLst/>
                        </a:rPr>
                        <a:t>400</a:t>
                      </a:r>
                    </a:p>
                  </a:txBody>
                  <a:tcPr marL="75617" marR="75617" marT="45370" marB="45370" anchor="ctr">
                    <a:lnL w="9525" cap="flat" cmpd="sng" algn="ctr">
                      <a:solidFill>
                        <a:srgbClr val="EAECF0"/>
                      </a:solidFill>
                      <a:prstDash val="solid"/>
                      <a:round/>
                      <a:headEnd type="none" w="med" len="med"/>
                      <a:tailEnd type="none" w="med" len="med"/>
                    </a:lnL>
                    <a:lnR w="9525" cap="flat" cmpd="sng" algn="ctr">
                      <a:solidFill>
                        <a:srgbClr val="EAECF0"/>
                      </a:solidFill>
                      <a:prstDash val="solid"/>
                      <a:round/>
                      <a:headEnd type="none" w="med" len="med"/>
                      <a:tailEnd type="none" w="med" len="med"/>
                    </a:lnR>
                    <a:lnT w="9525" cap="flat" cmpd="sng" algn="ctr">
                      <a:solidFill>
                        <a:srgbClr val="EAECF0"/>
                      </a:solidFill>
                      <a:prstDash val="solid"/>
                      <a:round/>
                      <a:headEnd type="none" w="med" len="med"/>
                      <a:tailEnd type="none" w="med" len="med"/>
                    </a:lnT>
                    <a:lnB w="9525" cap="flat" cmpd="sng" algn="ctr">
                      <a:solidFill>
                        <a:srgbClr val="EAECF0"/>
                      </a:solidFill>
                      <a:prstDash val="solid"/>
                      <a:round/>
                      <a:headEnd type="none" w="med" len="med"/>
                      <a:tailEnd type="none" w="med" len="med"/>
                    </a:lnB>
                    <a:solidFill>
                      <a:srgbClr val="F9FAFB"/>
                    </a:solidFill>
                  </a:tcPr>
                </a:tc>
                <a:tc>
                  <a:txBody>
                    <a:bodyPr/>
                    <a:lstStyle/>
                    <a:p>
                      <a:pPr algn="l"/>
                      <a:r>
                        <a:rPr lang="en-US" sz="1600" b="0" i="0">
                          <a:effectLst/>
                        </a:rPr>
                        <a:t>Bad Request</a:t>
                      </a:r>
                    </a:p>
                  </a:txBody>
                  <a:tcPr marL="75617" marR="75617" marT="45370" marB="45370" anchor="ctr">
                    <a:lnL w="9525" cap="flat" cmpd="sng" algn="ctr">
                      <a:solidFill>
                        <a:srgbClr val="EAECF0"/>
                      </a:solidFill>
                      <a:prstDash val="solid"/>
                      <a:round/>
                      <a:headEnd type="none" w="med" len="med"/>
                      <a:tailEnd type="none" w="med" len="med"/>
                    </a:lnL>
                    <a:lnR w="9525" cap="flat" cmpd="sng" algn="ctr">
                      <a:solidFill>
                        <a:srgbClr val="EAECF0"/>
                      </a:solidFill>
                      <a:prstDash val="solid"/>
                      <a:round/>
                      <a:headEnd type="none" w="med" len="med"/>
                      <a:tailEnd type="none" w="med" len="med"/>
                    </a:lnR>
                    <a:lnT w="9525" cap="flat" cmpd="sng" algn="ctr">
                      <a:solidFill>
                        <a:srgbClr val="EAECF0"/>
                      </a:solidFill>
                      <a:prstDash val="solid"/>
                      <a:round/>
                      <a:headEnd type="none" w="med" len="med"/>
                      <a:tailEnd type="none" w="med" len="med"/>
                    </a:lnT>
                    <a:lnB w="9525" cap="flat" cmpd="sng" algn="ctr">
                      <a:solidFill>
                        <a:srgbClr val="EAECF0"/>
                      </a:solidFill>
                      <a:prstDash val="solid"/>
                      <a:round/>
                      <a:headEnd type="none" w="med" len="med"/>
                      <a:tailEnd type="none" w="med" len="med"/>
                    </a:lnB>
                    <a:solidFill>
                      <a:srgbClr val="F9FAFB"/>
                    </a:solidFill>
                  </a:tcPr>
                </a:tc>
                <a:tc>
                  <a:txBody>
                    <a:bodyPr/>
                    <a:lstStyle/>
                    <a:p>
                      <a:pPr algn="l"/>
                      <a:r>
                        <a:rPr lang="en-US" sz="1600" b="0" i="0" dirty="0">
                          <a:effectLst/>
                        </a:rPr>
                        <a:t>The server could not understand the request due to invalid syntax.</a:t>
                      </a:r>
                    </a:p>
                  </a:txBody>
                  <a:tcPr marL="75617" marR="75617" marT="45370" marB="45370" anchor="ctr">
                    <a:lnL w="9525" cap="flat" cmpd="sng" algn="ctr">
                      <a:solidFill>
                        <a:srgbClr val="EAECF0"/>
                      </a:solidFill>
                      <a:prstDash val="solid"/>
                      <a:round/>
                      <a:headEnd type="none" w="med" len="med"/>
                      <a:tailEnd type="none" w="med" len="med"/>
                    </a:lnL>
                    <a:lnR w="9525" cap="flat" cmpd="sng" algn="ctr">
                      <a:solidFill>
                        <a:srgbClr val="EAECF0"/>
                      </a:solidFill>
                      <a:prstDash val="solid"/>
                      <a:round/>
                      <a:headEnd type="none" w="med" len="med"/>
                      <a:tailEnd type="none" w="med" len="med"/>
                    </a:lnR>
                    <a:lnT w="9525" cap="flat" cmpd="sng" algn="ctr">
                      <a:solidFill>
                        <a:srgbClr val="EAECF0"/>
                      </a:solidFill>
                      <a:prstDash val="solid"/>
                      <a:round/>
                      <a:headEnd type="none" w="med" len="med"/>
                      <a:tailEnd type="none" w="med" len="med"/>
                    </a:lnT>
                    <a:lnB w="9525" cap="flat" cmpd="sng" algn="ctr">
                      <a:solidFill>
                        <a:srgbClr val="EAECF0"/>
                      </a:solidFill>
                      <a:prstDash val="solid"/>
                      <a:round/>
                      <a:headEnd type="none" w="med" len="med"/>
                      <a:tailEnd type="none" w="med" len="med"/>
                    </a:lnB>
                    <a:solidFill>
                      <a:srgbClr val="F9FAFB"/>
                    </a:solidFill>
                  </a:tcPr>
                </a:tc>
                <a:extLst>
                  <a:ext uri="{0D108BD9-81ED-4DB2-BD59-A6C34878D82A}">
                    <a16:rowId xmlns:a16="http://schemas.microsoft.com/office/drawing/2014/main" val="2375357178"/>
                  </a:ext>
                </a:extLst>
              </a:tr>
              <a:tr h="286771">
                <a:tc>
                  <a:txBody>
                    <a:bodyPr/>
                    <a:lstStyle/>
                    <a:p>
                      <a:pPr algn="l"/>
                      <a:r>
                        <a:rPr lang="en-US" sz="1600" b="0" i="0">
                          <a:effectLst/>
                        </a:rPr>
                        <a:t>401</a:t>
                      </a:r>
                    </a:p>
                  </a:txBody>
                  <a:tcPr marL="75617" marR="75617" marT="45370" marB="45370" anchor="ctr">
                    <a:lnL w="9525" cap="flat" cmpd="sng" algn="ctr">
                      <a:solidFill>
                        <a:srgbClr val="EAECF0"/>
                      </a:solidFill>
                      <a:prstDash val="solid"/>
                      <a:round/>
                      <a:headEnd type="none" w="med" len="med"/>
                      <a:tailEnd type="none" w="med" len="med"/>
                    </a:lnL>
                    <a:lnR w="9525" cap="flat" cmpd="sng" algn="ctr">
                      <a:solidFill>
                        <a:srgbClr val="EAECF0"/>
                      </a:solidFill>
                      <a:prstDash val="solid"/>
                      <a:round/>
                      <a:headEnd type="none" w="med" len="med"/>
                      <a:tailEnd type="none" w="med" len="med"/>
                    </a:lnR>
                    <a:lnT w="9525" cap="flat" cmpd="sng" algn="ctr">
                      <a:solidFill>
                        <a:srgbClr val="EAECF0"/>
                      </a:solidFill>
                      <a:prstDash val="solid"/>
                      <a:round/>
                      <a:headEnd type="none" w="med" len="med"/>
                      <a:tailEnd type="none" w="med" len="med"/>
                    </a:lnT>
                    <a:lnB w="9525" cap="flat" cmpd="sng" algn="ctr">
                      <a:solidFill>
                        <a:srgbClr val="EAECF0"/>
                      </a:solidFill>
                      <a:prstDash val="solid"/>
                      <a:round/>
                      <a:headEnd type="none" w="med" len="med"/>
                      <a:tailEnd type="none" w="med" len="med"/>
                    </a:lnB>
                    <a:solidFill>
                      <a:srgbClr val="FFFFFF"/>
                    </a:solidFill>
                  </a:tcPr>
                </a:tc>
                <a:tc>
                  <a:txBody>
                    <a:bodyPr/>
                    <a:lstStyle/>
                    <a:p>
                      <a:pPr algn="l"/>
                      <a:r>
                        <a:rPr lang="en-US" sz="1600" b="0" i="0">
                          <a:effectLst/>
                        </a:rPr>
                        <a:t>Unauthorized</a:t>
                      </a:r>
                    </a:p>
                  </a:txBody>
                  <a:tcPr marL="75617" marR="75617" marT="45370" marB="45370" anchor="ctr">
                    <a:lnL w="9525" cap="flat" cmpd="sng" algn="ctr">
                      <a:solidFill>
                        <a:srgbClr val="EAECF0"/>
                      </a:solidFill>
                      <a:prstDash val="solid"/>
                      <a:round/>
                      <a:headEnd type="none" w="med" len="med"/>
                      <a:tailEnd type="none" w="med" len="med"/>
                    </a:lnL>
                    <a:lnR w="9525" cap="flat" cmpd="sng" algn="ctr">
                      <a:solidFill>
                        <a:srgbClr val="EAECF0"/>
                      </a:solidFill>
                      <a:prstDash val="solid"/>
                      <a:round/>
                      <a:headEnd type="none" w="med" len="med"/>
                      <a:tailEnd type="none" w="med" len="med"/>
                    </a:lnR>
                    <a:lnT w="9525" cap="flat" cmpd="sng" algn="ctr">
                      <a:solidFill>
                        <a:srgbClr val="EAECF0"/>
                      </a:solidFill>
                      <a:prstDash val="solid"/>
                      <a:round/>
                      <a:headEnd type="none" w="med" len="med"/>
                      <a:tailEnd type="none" w="med" len="med"/>
                    </a:lnT>
                    <a:lnB w="9525" cap="flat" cmpd="sng" algn="ctr">
                      <a:solidFill>
                        <a:srgbClr val="EAECF0"/>
                      </a:solidFill>
                      <a:prstDash val="solid"/>
                      <a:round/>
                      <a:headEnd type="none" w="med" len="med"/>
                      <a:tailEnd type="none" w="med" len="med"/>
                    </a:lnB>
                    <a:solidFill>
                      <a:srgbClr val="FFFFFF"/>
                    </a:solidFill>
                  </a:tcPr>
                </a:tc>
                <a:tc>
                  <a:txBody>
                    <a:bodyPr/>
                    <a:lstStyle/>
                    <a:p>
                      <a:pPr algn="l"/>
                      <a:r>
                        <a:rPr lang="en-US" sz="1600" b="0" i="0" dirty="0">
                          <a:effectLst/>
                        </a:rPr>
                        <a:t>The request requires user authentication.</a:t>
                      </a:r>
                    </a:p>
                  </a:txBody>
                  <a:tcPr marL="75617" marR="75617" marT="45370" marB="45370" anchor="ctr">
                    <a:lnL w="9525" cap="flat" cmpd="sng" algn="ctr">
                      <a:solidFill>
                        <a:srgbClr val="EAECF0"/>
                      </a:solidFill>
                      <a:prstDash val="solid"/>
                      <a:round/>
                      <a:headEnd type="none" w="med" len="med"/>
                      <a:tailEnd type="none" w="med" len="med"/>
                    </a:lnL>
                    <a:lnR w="9525" cap="flat" cmpd="sng" algn="ctr">
                      <a:solidFill>
                        <a:srgbClr val="EAECF0"/>
                      </a:solidFill>
                      <a:prstDash val="solid"/>
                      <a:round/>
                      <a:headEnd type="none" w="med" len="med"/>
                      <a:tailEnd type="none" w="med" len="med"/>
                    </a:lnR>
                    <a:lnT w="9525" cap="flat" cmpd="sng" algn="ctr">
                      <a:solidFill>
                        <a:srgbClr val="EAECF0"/>
                      </a:solidFill>
                      <a:prstDash val="solid"/>
                      <a:round/>
                      <a:headEnd type="none" w="med" len="med"/>
                      <a:tailEnd type="none" w="med" len="med"/>
                    </a:lnT>
                    <a:lnB w="9525" cap="flat" cmpd="sng" algn="ctr">
                      <a:solidFill>
                        <a:srgbClr val="EAECF0"/>
                      </a:solidFill>
                      <a:prstDash val="solid"/>
                      <a:round/>
                      <a:headEnd type="none" w="med" len="med"/>
                      <a:tailEnd type="none" w="med" len="med"/>
                    </a:lnB>
                    <a:solidFill>
                      <a:srgbClr val="FFFFFF"/>
                    </a:solidFill>
                  </a:tcPr>
                </a:tc>
                <a:extLst>
                  <a:ext uri="{0D108BD9-81ED-4DB2-BD59-A6C34878D82A}">
                    <a16:rowId xmlns:a16="http://schemas.microsoft.com/office/drawing/2014/main" val="1128055947"/>
                  </a:ext>
                </a:extLst>
              </a:tr>
              <a:tr h="335373">
                <a:tc>
                  <a:txBody>
                    <a:bodyPr/>
                    <a:lstStyle/>
                    <a:p>
                      <a:pPr algn="l"/>
                      <a:r>
                        <a:rPr lang="en-US" sz="1600" b="0" i="0">
                          <a:effectLst/>
                        </a:rPr>
                        <a:t>404</a:t>
                      </a:r>
                    </a:p>
                  </a:txBody>
                  <a:tcPr marL="75617" marR="75617" marT="45370" marB="45370" anchor="ctr">
                    <a:lnL w="9525" cap="flat" cmpd="sng" algn="ctr">
                      <a:solidFill>
                        <a:srgbClr val="EAECF0"/>
                      </a:solidFill>
                      <a:prstDash val="solid"/>
                      <a:round/>
                      <a:headEnd type="none" w="med" len="med"/>
                      <a:tailEnd type="none" w="med" len="med"/>
                    </a:lnL>
                    <a:lnR w="9525" cap="flat" cmpd="sng" algn="ctr">
                      <a:solidFill>
                        <a:srgbClr val="EAECF0"/>
                      </a:solidFill>
                      <a:prstDash val="solid"/>
                      <a:round/>
                      <a:headEnd type="none" w="med" len="med"/>
                      <a:tailEnd type="none" w="med" len="med"/>
                    </a:lnR>
                    <a:lnT w="9525" cap="flat" cmpd="sng" algn="ctr">
                      <a:solidFill>
                        <a:srgbClr val="EAECF0"/>
                      </a:solidFill>
                      <a:prstDash val="solid"/>
                      <a:round/>
                      <a:headEnd type="none" w="med" len="med"/>
                      <a:tailEnd type="none" w="med" len="med"/>
                    </a:lnT>
                    <a:lnB w="9525" cap="flat" cmpd="sng" algn="ctr">
                      <a:solidFill>
                        <a:srgbClr val="EAECF0"/>
                      </a:solidFill>
                      <a:prstDash val="solid"/>
                      <a:round/>
                      <a:headEnd type="none" w="med" len="med"/>
                      <a:tailEnd type="none" w="med" len="med"/>
                    </a:lnB>
                    <a:solidFill>
                      <a:srgbClr val="F9FAFB"/>
                    </a:solidFill>
                  </a:tcPr>
                </a:tc>
                <a:tc>
                  <a:txBody>
                    <a:bodyPr/>
                    <a:lstStyle/>
                    <a:p>
                      <a:pPr algn="l"/>
                      <a:r>
                        <a:rPr lang="en-US" sz="1600" b="0" i="0">
                          <a:effectLst/>
                        </a:rPr>
                        <a:t>Not Found</a:t>
                      </a:r>
                    </a:p>
                  </a:txBody>
                  <a:tcPr marL="75617" marR="75617" marT="45370" marB="45370" anchor="ctr">
                    <a:lnL w="9525" cap="flat" cmpd="sng" algn="ctr">
                      <a:solidFill>
                        <a:srgbClr val="EAECF0"/>
                      </a:solidFill>
                      <a:prstDash val="solid"/>
                      <a:round/>
                      <a:headEnd type="none" w="med" len="med"/>
                      <a:tailEnd type="none" w="med" len="med"/>
                    </a:lnL>
                    <a:lnR w="9525" cap="flat" cmpd="sng" algn="ctr">
                      <a:solidFill>
                        <a:srgbClr val="EAECF0"/>
                      </a:solidFill>
                      <a:prstDash val="solid"/>
                      <a:round/>
                      <a:headEnd type="none" w="med" len="med"/>
                      <a:tailEnd type="none" w="med" len="med"/>
                    </a:lnR>
                    <a:lnT w="9525" cap="flat" cmpd="sng" algn="ctr">
                      <a:solidFill>
                        <a:srgbClr val="EAECF0"/>
                      </a:solidFill>
                      <a:prstDash val="solid"/>
                      <a:round/>
                      <a:headEnd type="none" w="med" len="med"/>
                      <a:tailEnd type="none" w="med" len="med"/>
                    </a:lnT>
                    <a:lnB w="9525" cap="flat" cmpd="sng" algn="ctr">
                      <a:solidFill>
                        <a:srgbClr val="EAECF0"/>
                      </a:solidFill>
                      <a:prstDash val="solid"/>
                      <a:round/>
                      <a:headEnd type="none" w="med" len="med"/>
                      <a:tailEnd type="none" w="med" len="med"/>
                    </a:lnB>
                    <a:solidFill>
                      <a:srgbClr val="F9FAFB"/>
                    </a:solidFill>
                  </a:tcPr>
                </a:tc>
                <a:tc>
                  <a:txBody>
                    <a:bodyPr/>
                    <a:lstStyle/>
                    <a:p>
                      <a:pPr algn="l"/>
                      <a:r>
                        <a:rPr lang="en-US" sz="1600" b="0" i="0" dirty="0">
                          <a:effectLst/>
                        </a:rPr>
                        <a:t>The server could not find the requested resource.</a:t>
                      </a:r>
                    </a:p>
                  </a:txBody>
                  <a:tcPr marL="75617" marR="75617" marT="45370" marB="45370" anchor="ctr">
                    <a:lnL w="9525" cap="flat" cmpd="sng" algn="ctr">
                      <a:solidFill>
                        <a:srgbClr val="EAECF0"/>
                      </a:solidFill>
                      <a:prstDash val="solid"/>
                      <a:round/>
                      <a:headEnd type="none" w="med" len="med"/>
                      <a:tailEnd type="none" w="med" len="med"/>
                    </a:lnL>
                    <a:lnR w="9525" cap="flat" cmpd="sng" algn="ctr">
                      <a:solidFill>
                        <a:srgbClr val="EAECF0"/>
                      </a:solidFill>
                      <a:prstDash val="solid"/>
                      <a:round/>
                      <a:headEnd type="none" w="med" len="med"/>
                      <a:tailEnd type="none" w="med" len="med"/>
                    </a:lnR>
                    <a:lnT w="9525" cap="flat" cmpd="sng" algn="ctr">
                      <a:solidFill>
                        <a:srgbClr val="EAECF0"/>
                      </a:solidFill>
                      <a:prstDash val="solid"/>
                      <a:round/>
                      <a:headEnd type="none" w="med" len="med"/>
                      <a:tailEnd type="none" w="med" len="med"/>
                    </a:lnT>
                    <a:lnB w="9525" cap="flat" cmpd="sng" algn="ctr">
                      <a:solidFill>
                        <a:srgbClr val="EAECF0"/>
                      </a:solidFill>
                      <a:prstDash val="solid"/>
                      <a:round/>
                      <a:headEnd type="none" w="med" len="med"/>
                      <a:tailEnd type="none" w="med" len="med"/>
                    </a:lnB>
                    <a:solidFill>
                      <a:srgbClr val="F9FAFB"/>
                    </a:solidFill>
                  </a:tcPr>
                </a:tc>
                <a:extLst>
                  <a:ext uri="{0D108BD9-81ED-4DB2-BD59-A6C34878D82A}">
                    <a16:rowId xmlns:a16="http://schemas.microsoft.com/office/drawing/2014/main" val="3581344041"/>
                  </a:ext>
                </a:extLst>
              </a:tr>
              <a:tr h="495768">
                <a:tc>
                  <a:txBody>
                    <a:bodyPr/>
                    <a:lstStyle/>
                    <a:p>
                      <a:pPr algn="l"/>
                      <a:r>
                        <a:rPr lang="en-US" sz="1600" b="0" i="0">
                          <a:effectLst/>
                        </a:rPr>
                        <a:t>500</a:t>
                      </a:r>
                    </a:p>
                  </a:txBody>
                  <a:tcPr marL="75617" marR="75617" marT="45370" marB="45370" anchor="ctr">
                    <a:lnL w="9525" cap="flat" cmpd="sng" algn="ctr">
                      <a:solidFill>
                        <a:srgbClr val="EAECF0"/>
                      </a:solidFill>
                      <a:prstDash val="solid"/>
                      <a:round/>
                      <a:headEnd type="none" w="med" len="med"/>
                      <a:tailEnd type="none" w="med" len="med"/>
                    </a:lnL>
                    <a:lnR w="9525" cap="flat" cmpd="sng" algn="ctr">
                      <a:solidFill>
                        <a:srgbClr val="EAECF0"/>
                      </a:solidFill>
                      <a:prstDash val="solid"/>
                      <a:round/>
                      <a:headEnd type="none" w="med" len="med"/>
                      <a:tailEnd type="none" w="med" len="med"/>
                    </a:lnR>
                    <a:lnT w="9525" cap="flat" cmpd="sng" algn="ctr">
                      <a:solidFill>
                        <a:srgbClr val="EAECF0"/>
                      </a:solidFill>
                      <a:prstDash val="solid"/>
                      <a:round/>
                      <a:headEnd type="none" w="med" len="med"/>
                      <a:tailEnd type="none" w="med" len="med"/>
                    </a:lnT>
                    <a:lnB w="9525" cap="flat" cmpd="sng" algn="ctr">
                      <a:solidFill>
                        <a:srgbClr val="E0E0E0"/>
                      </a:solidFill>
                      <a:prstDash val="solid"/>
                      <a:round/>
                      <a:headEnd type="none" w="med" len="med"/>
                      <a:tailEnd type="none" w="med" len="med"/>
                    </a:lnB>
                    <a:solidFill>
                      <a:srgbClr val="FFFFFF"/>
                    </a:solidFill>
                  </a:tcPr>
                </a:tc>
                <a:tc>
                  <a:txBody>
                    <a:bodyPr/>
                    <a:lstStyle/>
                    <a:p>
                      <a:pPr algn="l"/>
                      <a:r>
                        <a:rPr lang="en-US" sz="1600" b="0" i="0">
                          <a:effectLst/>
                        </a:rPr>
                        <a:t>Internal Server Error</a:t>
                      </a:r>
                    </a:p>
                  </a:txBody>
                  <a:tcPr marL="75617" marR="75617" marT="45370" marB="45370" anchor="ctr">
                    <a:lnL w="9525" cap="flat" cmpd="sng" algn="ctr">
                      <a:solidFill>
                        <a:srgbClr val="EAECF0"/>
                      </a:solidFill>
                      <a:prstDash val="solid"/>
                      <a:round/>
                      <a:headEnd type="none" w="med" len="med"/>
                      <a:tailEnd type="none" w="med" len="med"/>
                    </a:lnL>
                    <a:lnR w="9525" cap="flat" cmpd="sng" algn="ctr">
                      <a:solidFill>
                        <a:srgbClr val="EAECF0"/>
                      </a:solidFill>
                      <a:prstDash val="solid"/>
                      <a:round/>
                      <a:headEnd type="none" w="med" len="med"/>
                      <a:tailEnd type="none" w="med" len="med"/>
                    </a:lnR>
                    <a:lnT w="9525" cap="flat" cmpd="sng" algn="ctr">
                      <a:solidFill>
                        <a:srgbClr val="EAECF0"/>
                      </a:solidFill>
                      <a:prstDash val="solid"/>
                      <a:round/>
                      <a:headEnd type="none" w="med" len="med"/>
                      <a:tailEnd type="none" w="med" len="med"/>
                    </a:lnT>
                    <a:lnB w="9525" cap="flat" cmpd="sng" algn="ctr">
                      <a:solidFill>
                        <a:srgbClr val="E0E0E0"/>
                      </a:solidFill>
                      <a:prstDash val="solid"/>
                      <a:round/>
                      <a:headEnd type="none" w="med" len="med"/>
                      <a:tailEnd type="none" w="med" len="med"/>
                    </a:lnB>
                    <a:solidFill>
                      <a:srgbClr val="FFFFFF"/>
                    </a:solidFill>
                  </a:tcPr>
                </a:tc>
                <a:tc>
                  <a:txBody>
                    <a:bodyPr/>
                    <a:lstStyle/>
                    <a:p>
                      <a:pPr algn="l"/>
                      <a:r>
                        <a:rPr lang="en-US" sz="1600" b="0" i="0" dirty="0">
                          <a:effectLst/>
                        </a:rPr>
                        <a:t>The server encountered an unexpected error.</a:t>
                      </a:r>
                    </a:p>
                  </a:txBody>
                  <a:tcPr marL="75617" marR="75617" marT="45370" marB="45370" anchor="ctr">
                    <a:lnL w="9525" cap="flat" cmpd="sng" algn="ctr">
                      <a:solidFill>
                        <a:srgbClr val="EAECF0"/>
                      </a:solidFill>
                      <a:prstDash val="solid"/>
                      <a:round/>
                      <a:headEnd type="none" w="med" len="med"/>
                      <a:tailEnd type="none" w="med" len="med"/>
                    </a:lnL>
                    <a:lnR w="9525" cap="flat" cmpd="sng" algn="ctr">
                      <a:solidFill>
                        <a:srgbClr val="EAECF0"/>
                      </a:solidFill>
                      <a:prstDash val="solid"/>
                      <a:round/>
                      <a:headEnd type="none" w="med" len="med"/>
                      <a:tailEnd type="none" w="med" len="med"/>
                    </a:lnR>
                    <a:lnT w="9525" cap="flat" cmpd="sng" algn="ctr">
                      <a:solidFill>
                        <a:srgbClr val="EAECF0"/>
                      </a:solidFill>
                      <a:prstDash val="solid"/>
                      <a:round/>
                      <a:headEnd type="none" w="med" len="med"/>
                      <a:tailEnd type="none" w="med" len="med"/>
                    </a:lnT>
                    <a:lnB w="9525" cap="flat" cmpd="sng" algn="ctr">
                      <a:solidFill>
                        <a:srgbClr val="E0E0E0"/>
                      </a:solidFill>
                      <a:prstDash val="solid"/>
                      <a:round/>
                      <a:headEnd type="none" w="med" len="med"/>
                      <a:tailEnd type="none" w="med" len="med"/>
                    </a:lnB>
                    <a:solidFill>
                      <a:srgbClr val="FFFFFF"/>
                    </a:solidFill>
                  </a:tcPr>
                </a:tc>
                <a:extLst>
                  <a:ext uri="{0D108BD9-81ED-4DB2-BD59-A6C34878D82A}">
                    <a16:rowId xmlns:a16="http://schemas.microsoft.com/office/drawing/2014/main" val="2332456460"/>
                  </a:ext>
                </a:extLst>
              </a:tr>
            </a:tbl>
          </a:graphicData>
        </a:graphic>
      </p:graphicFrame>
    </p:spTree>
    <p:extLst>
      <p:ext uri="{BB962C8B-B14F-4D97-AF65-F5344CB8AC3E}">
        <p14:creationId xmlns:p14="http://schemas.microsoft.com/office/powerpoint/2010/main" val="196460615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HTTP protocol</a:t>
            </a:r>
          </a:p>
        </p:txBody>
      </p:sp>
      <p:sp>
        <p:nvSpPr>
          <p:cNvPr id="5" name="Subtitle 4">
            <a:extLst>
              <a:ext uri="{FF2B5EF4-FFF2-40B4-BE49-F238E27FC236}">
                <a16:creationId xmlns:a16="http://schemas.microsoft.com/office/drawing/2014/main" id="{3322CB79-31E6-2043-9768-6699756B1FD4}"/>
              </a:ext>
            </a:extLst>
          </p:cNvPr>
          <p:cNvSpPr>
            <a:spLocks noGrp="1"/>
          </p:cNvSpPr>
          <p:nvPr>
            <p:ph type="subTitle" idx="1"/>
          </p:nvPr>
        </p:nvSpPr>
        <p:spPr/>
        <p:txBody>
          <a:bodyPr/>
          <a:lstStyle/>
          <a:p>
            <a:r>
              <a:rPr lang="en-US" dirty="0"/>
              <a:t>HTTP Request Methods</a:t>
            </a:r>
            <a:endParaRPr lang="x-none" dirty="0"/>
          </a:p>
        </p:txBody>
      </p:sp>
      <p:sp>
        <p:nvSpPr>
          <p:cNvPr id="4" name="TextBox 3">
            <a:extLst>
              <a:ext uri="{FF2B5EF4-FFF2-40B4-BE49-F238E27FC236}">
                <a16:creationId xmlns:a16="http://schemas.microsoft.com/office/drawing/2014/main" id="{E00A471B-FCB5-3949-B014-0D06C67E41B3}"/>
              </a:ext>
            </a:extLst>
          </p:cNvPr>
          <p:cNvSpPr txBox="1"/>
          <p:nvPr/>
        </p:nvSpPr>
        <p:spPr>
          <a:xfrm>
            <a:off x="783771" y="2049390"/>
            <a:ext cx="8072845" cy="2677656"/>
          </a:xfrm>
          <a:prstGeom prst="rect">
            <a:avLst/>
          </a:prstGeom>
          <a:noFill/>
        </p:spPr>
        <p:txBody>
          <a:bodyPr wrap="square" rtlCol="0">
            <a:spAutoFit/>
          </a:bodyPr>
          <a:lstStyle/>
          <a:p>
            <a:r>
              <a:rPr lang="en-US" sz="2400" b="1" dirty="0"/>
              <a:t>GET</a:t>
            </a:r>
            <a:r>
              <a:rPr lang="en-US" sz="2400" dirty="0"/>
              <a:t>: A client can use the GET request to get a web resource from the server.</a:t>
            </a:r>
          </a:p>
          <a:p>
            <a:r>
              <a:rPr lang="en-US" sz="2400" b="1" dirty="0"/>
              <a:t>POST</a:t>
            </a:r>
            <a:r>
              <a:rPr lang="en-US" sz="2400" dirty="0"/>
              <a:t>: Used to post data up to the web server. HTML form uses POST request.</a:t>
            </a:r>
          </a:p>
          <a:p>
            <a:r>
              <a:rPr lang="en-US" sz="2400" b="1" dirty="0"/>
              <a:t>PUT</a:t>
            </a:r>
            <a:r>
              <a:rPr lang="en-US" sz="2400" dirty="0"/>
              <a:t>: Ask the server to store the data.</a:t>
            </a:r>
          </a:p>
          <a:p>
            <a:r>
              <a:rPr lang="en-US" sz="2400" b="1" dirty="0"/>
              <a:t>DELETE</a:t>
            </a:r>
            <a:r>
              <a:rPr lang="en-US" sz="2400" dirty="0"/>
              <a:t>: Ask the server to delete the data.</a:t>
            </a:r>
            <a:br>
              <a:rPr lang="en-US" sz="2400" dirty="0"/>
            </a:br>
            <a:endParaRPr lang="en-US" sz="2400" dirty="0"/>
          </a:p>
        </p:txBody>
      </p:sp>
    </p:spTree>
    <p:extLst>
      <p:ext uri="{BB962C8B-B14F-4D97-AF65-F5344CB8AC3E}">
        <p14:creationId xmlns:p14="http://schemas.microsoft.com/office/powerpoint/2010/main" val="202734133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7B0E24-5868-B55A-EEEB-ECDB567A6420}"/>
              </a:ext>
            </a:extLst>
          </p:cNvPr>
          <p:cNvSpPr>
            <a:spLocks noGrp="1"/>
          </p:cNvSpPr>
          <p:nvPr>
            <p:ph type="title"/>
          </p:nvPr>
        </p:nvSpPr>
        <p:spPr/>
        <p:txBody>
          <a:bodyPr/>
          <a:lstStyle/>
          <a:p>
            <a:pPr algn="l"/>
            <a:r>
              <a:rPr lang="en-US" dirty="0"/>
              <a:t>HTTP Vs HTTPs</a:t>
            </a:r>
          </a:p>
        </p:txBody>
      </p:sp>
      <p:sp>
        <p:nvSpPr>
          <p:cNvPr id="3" name="Content Placeholder 2">
            <a:extLst>
              <a:ext uri="{FF2B5EF4-FFF2-40B4-BE49-F238E27FC236}">
                <a16:creationId xmlns:a16="http://schemas.microsoft.com/office/drawing/2014/main" id="{2FD6F55D-E7A8-EF40-F116-5ED6581BC284}"/>
              </a:ext>
            </a:extLst>
          </p:cNvPr>
          <p:cNvSpPr>
            <a:spLocks noGrp="1"/>
          </p:cNvSpPr>
          <p:nvPr>
            <p:ph idx="1"/>
          </p:nvPr>
        </p:nvSpPr>
        <p:spPr/>
        <p:txBody>
          <a:bodyPr/>
          <a:lstStyle/>
          <a:p>
            <a:endParaRPr lang="en-US"/>
          </a:p>
        </p:txBody>
      </p:sp>
      <p:pic>
        <p:nvPicPr>
          <p:cNvPr id="1026" name="Picture 2">
            <a:extLst>
              <a:ext uri="{FF2B5EF4-FFF2-40B4-BE49-F238E27FC236}">
                <a16:creationId xmlns:a16="http://schemas.microsoft.com/office/drawing/2014/main" id="{1A8B8E0B-1147-6D64-623C-C02D9F541DD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56240" y="2133600"/>
            <a:ext cx="8202010" cy="457324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76387246"/>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ubtitle 2"/>
          <p:cNvSpPr txBox="1">
            <a:spLocks/>
          </p:cNvSpPr>
          <p:nvPr/>
        </p:nvSpPr>
        <p:spPr>
          <a:xfrm>
            <a:off x="335494" y="595100"/>
            <a:ext cx="3232896" cy="493414"/>
          </a:xfrm>
          <a:prstGeom prst="rect">
            <a:avLst/>
          </a:prstGeom>
        </p:spPr>
        <p:txBody>
          <a:bodyPr>
            <a:normAutofit/>
          </a:bodyPr>
          <a:lstStyle>
            <a:lvl1pPr marL="454025" indent="-454025" algn="l" defTabSz="914400" rtl="0" eaLnBrk="1" latinLnBrk="0" hangingPunct="1">
              <a:spcBef>
                <a:spcPts val="2000"/>
              </a:spcBef>
              <a:buClr>
                <a:schemeClr val="bg1">
                  <a:lumMod val="65000"/>
                </a:schemeClr>
              </a:buClr>
              <a:buSzPct val="90000"/>
              <a:buFont typeface="Wingdings" pitchFamily="2" charset="2"/>
              <a:buChar char=""/>
              <a:defRPr sz="2400" kern="1200">
                <a:solidFill>
                  <a:schemeClr val="tx1">
                    <a:lumMod val="85000"/>
                    <a:lumOff val="15000"/>
                  </a:schemeClr>
                </a:solidFill>
                <a:latin typeface="+mn-lt"/>
                <a:ea typeface="+mn-ea"/>
                <a:cs typeface="+mn-cs"/>
              </a:defRPr>
            </a:lvl1pPr>
            <a:lvl2pPr marL="914400" indent="-457200" algn="l" defTabSz="914400" rtl="0" eaLnBrk="1" latinLnBrk="0" hangingPunct="1">
              <a:spcBef>
                <a:spcPts val="600"/>
              </a:spcBef>
              <a:buClr>
                <a:schemeClr val="tx1">
                  <a:lumMod val="75000"/>
                  <a:lumOff val="25000"/>
                </a:schemeClr>
              </a:buClr>
              <a:buSzPct val="90000"/>
              <a:buFont typeface="Wingdings" pitchFamily="2" charset="2"/>
              <a:buChar char=""/>
              <a:defRPr sz="2200" kern="1200">
                <a:solidFill>
                  <a:schemeClr val="tx1">
                    <a:lumMod val="85000"/>
                    <a:lumOff val="15000"/>
                  </a:schemeClr>
                </a:solidFill>
                <a:latin typeface="+mn-lt"/>
                <a:ea typeface="+mn-ea"/>
                <a:cs typeface="+mn-cs"/>
              </a:defRPr>
            </a:lvl2pPr>
            <a:lvl3pPr marL="1260475" indent="-346075" algn="l" defTabSz="914400" rtl="0" eaLnBrk="1" latinLnBrk="0" hangingPunct="1">
              <a:spcBef>
                <a:spcPts val="600"/>
              </a:spcBef>
              <a:buClr>
                <a:schemeClr val="bg1">
                  <a:lumMod val="65000"/>
                </a:schemeClr>
              </a:buClr>
              <a:buSzPct val="90000"/>
              <a:buFont typeface="Wingdings" pitchFamily="2" charset="2"/>
              <a:buChar char=""/>
              <a:defRPr sz="2000" kern="1200">
                <a:solidFill>
                  <a:schemeClr val="tx1">
                    <a:lumMod val="85000"/>
                    <a:lumOff val="15000"/>
                  </a:schemeClr>
                </a:solidFill>
                <a:latin typeface="+mn-lt"/>
                <a:ea typeface="+mn-ea"/>
                <a:cs typeface="+mn-cs"/>
              </a:defRPr>
            </a:lvl3pPr>
            <a:lvl4pPr marL="1600200" indent="-339725" algn="l" defTabSz="914400" rtl="0" eaLnBrk="1" latinLnBrk="0" hangingPunct="1">
              <a:spcBef>
                <a:spcPts val="600"/>
              </a:spcBef>
              <a:buClr>
                <a:schemeClr val="tx1">
                  <a:lumMod val="75000"/>
                  <a:lumOff val="25000"/>
                </a:schemeClr>
              </a:buClr>
              <a:buSzPct val="90000"/>
              <a:buFont typeface="Wingdings" pitchFamily="2" charset="2"/>
              <a:buChar char=""/>
              <a:defRPr sz="1800" kern="1200">
                <a:solidFill>
                  <a:schemeClr val="tx1">
                    <a:lumMod val="85000"/>
                    <a:lumOff val="15000"/>
                  </a:schemeClr>
                </a:solidFill>
                <a:latin typeface="+mn-lt"/>
                <a:ea typeface="+mn-ea"/>
                <a:cs typeface="+mn-cs"/>
              </a:defRPr>
            </a:lvl4pPr>
            <a:lvl5pPr marL="1939925" indent="-331788" algn="l" defTabSz="914400" rtl="0" eaLnBrk="1" latinLnBrk="0" hangingPunct="1">
              <a:spcBef>
                <a:spcPts val="600"/>
              </a:spcBef>
              <a:buClr>
                <a:schemeClr val="bg1">
                  <a:lumMod val="65000"/>
                </a:schemeClr>
              </a:buClr>
              <a:buSzPct val="90000"/>
              <a:buFont typeface="Wingdings" pitchFamily="2" charset="2"/>
              <a:buChar char=""/>
              <a:defRPr sz="1800" kern="1200">
                <a:solidFill>
                  <a:schemeClr val="tx1">
                    <a:lumMod val="85000"/>
                    <a:lumOff val="15000"/>
                  </a:schemeClr>
                </a:solidFill>
                <a:latin typeface="+mn-lt"/>
                <a:ea typeface="+mn-ea"/>
                <a:cs typeface="+mn-cs"/>
              </a:defRPr>
            </a:lvl5pPr>
            <a:lvl6pPr marL="229076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6pPr>
            <a:lvl7pPr marL="2625725"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7pPr>
            <a:lvl8pPr marL="2970213" indent="-344488" algn="l" defTabSz="914400" rtl="0" eaLnBrk="1" latinLnBrk="0" hangingPunct="1">
              <a:spcBef>
                <a:spcPts val="600"/>
              </a:spcBef>
              <a:buClr>
                <a:schemeClr val="tx1">
                  <a:lumMod val="75000"/>
                  <a:lumOff val="25000"/>
                </a:schemeClr>
              </a:buClr>
              <a:buSzPct val="90000"/>
              <a:buFont typeface="Wingdings" pitchFamily="2" charset="2"/>
              <a:buChar char=""/>
              <a:defRPr lang="en-US" sz="1800" kern="1200" dirty="0" smtClean="0">
                <a:solidFill>
                  <a:schemeClr val="tx1">
                    <a:lumMod val="85000"/>
                    <a:lumOff val="15000"/>
                  </a:schemeClr>
                </a:solidFill>
                <a:latin typeface="+mn-lt"/>
                <a:ea typeface="+mn-ea"/>
                <a:cs typeface="+mn-cs"/>
              </a:defRPr>
            </a:lvl8pPr>
            <a:lvl9pPr marL="3313113" indent="-344488" algn="l" defTabSz="914400" rtl="0" eaLnBrk="1" latinLnBrk="0" hangingPunct="1">
              <a:spcBef>
                <a:spcPts val="600"/>
              </a:spcBef>
              <a:buClr>
                <a:schemeClr val="bg1">
                  <a:lumMod val="65000"/>
                </a:schemeClr>
              </a:buClr>
              <a:buSzPct val="90000"/>
              <a:buFont typeface="Wingdings" pitchFamily="2" charset="2"/>
              <a:buChar char=""/>
              <a:defRPr lang="en-US" sz="1800" kern="1200" dirty="0">
                <a:solidFill>
                  <a:schemeClr val="tx1">
                    <a:lumMod val="85000"/>
                    <a:lumOff val="15000"/>
                  </a:schemeClr>
                </a:solidFill>
                <a:latin typeface="+mn-lt"/>
                <a:ea typeface="+mn-ea"/>
                <a:cs typeface="+mn-cs"/>
              </a:defRPr>
            </a:lvl9pPr>
          </a:lstStyle>
          <a:p>
            <a:pPr marL="0" indent="0">
              <a:buNone/>
            </a:pPr>
            <a:r>
              <a:rPr lang="en-US" sz="2600" b="1" dirty="0">
                <a:solidFill>
                  <a:schemeClr val="tx1"/>
                </a:solidFill>
              </a:rPr>
              <a:t>References</a:t>
            </a:r>
          </a:p>
        </p:txBody>
      </p:sp>
      <p:sp>
        <p:nvSpPr>
          <p:cNvPr id="3" name="TextBox 2">
            <a:extLst>
              <a:ext uri="{FF2B5EF4-FFF2-40B4-BE49-F238E27FC236}">
                <a16:creationId xmlns:a16="http://schemas.microsoft.com/office/drawing/2014/main" id="{56CD2EA8-B54C-CE4F-A943-BFB367453E0E}"/>
              </a:ext>
            </a:extLst>
          </p:cNvPr>
          <p:cNvSpPr txBox="1"/>
          <p:nvPr/>
        </p:nvSpPr>
        <p:spPr>
          <a:xfrm>
            <a:off x="783773" y="2435897"/>
            <a:ext cx="7720148" cy="1231106"/>
          </a:xfrm>
          <a:prstGeom prst="rect">
            <a:avLst/>
          </a:prstGeom>
          <a:noFill/>
        </p:spPr>
        <p:txBody>
          <a:bodyPr wrap="square" rtlCol="0">
            <a:spAutoFit/>
          </a:bodyPr>
          <a:lstStyle/>
          <a:p>
            <a:pPr marL="342900" indent="-342900">
              <a:buFont typeface="+mj-lt"/>
              <a:buAutoNum type="arabicPeriod"/>
            </a:pPr>
            <a:r>
              <a:rPr lang="en-US" dirty="0">
                <a:hlinkClick r:id="rId2"/>
              </a:rPr>
              <a:t>https://developer.mozilla.org/enUS/docs/Web/HTTP/Status</a:t>
            </a:r>
            <a:endParaRPr lang="en-US" dirty="0"/>
          </a:p>
          <a:p>
            <a:pPr marL="342900" indent="-342900">
              <a:buFont typeface="+mj-lt"/>
              <a:buAutoNum type="arabicPeriod"/>
            </a:pPr>
            <a:r>
              <a:rPr lang="en-US" dirty="0">
                <a:hlinkClick r:id="rId3"/>
              </a:rPr>
              <a:t>https://www.w3schools.com/html/html_intro.asp</a:t>
            </a:r>
            <a:endParaRPr lang="en-US" dirty="0"/>
          </a:p>
          <a:p>
            <a:pPr marL="342900" indent="-342900">
              <a:buFont typeface="+mj-lt"/>
              <a:buAutoNum type="arabicPeriod"/>
            </a:pPr>
            <a:r>
              <a:rPr lang="en-US" sz="2000" dirty="0">
                <a:hlinkClick r:id="rId4"/>
              </a:rPr>
              <a:t>https://www.w3schools.com/html/html_xhtml.asp</a:t>
            </a:r>
            <a:br>
              <a:rPr lang="en-US" dirty="0"/>
            </a:br>
            <a:endParaRPr lang="en-US" altLang="en-US" dirty="0"/>
          </a:p>
        </p:txBody>
      </p:sp>
    </p:spTree>
    <p:extLst>
      <p:ext uri="{BB962C8B-B14F-4D97-AF65-F5344CB8AC3E}">
        <p14:creationId xmlns:p14="http://schemas.microsoft.com/office/powerpoint/2010/main" val="3224969828"/>
      </p:ext>
    </p:extLst>
  </p:cSld>
  <p:clrMapOvr>
    <a:masterClrMapping/>
  </p:clrMapOvr>
</p:sld>
</file>

<file path=ppt/theme/theme1.xml><?xml version="1.0" encoding="utf-8"?>
<a:theme xmlns:a="http://schemas.openxmlformats.org/drawingml/2006/main" name="Spectrum">
  <a:themeElements>
    <a:clrScheme name="Blue Warm">
      <a:dk1>
        <a:sysClr val="windowText" lastClr="000000"/>
      </a:dk1>
      <a:lt1>
        <a:sysClr val="window" lastClr="FFFFFF"/>
      </a:lt1>
      <a:dk2>
        <a:srgbClr val="242852"/>
      </a:dk2>
      <a:lt2>
        <a:srgbClr val="ACCBF9"/>
      </a:lt2>
      <a:accent1>
        <a:srgbClr val="4A66AC"/>
      </a:accent1>
      <a:accent2>
        <a:srgbClr val="629DD1"/>
      </a:accent2>
      <a:accent3>
        <a:srgbClr val="297FD5"/>
      </a:accent3>
      <a:accent4>
        <a:srgbClr val="7F8FA9"/>
      </a:accent4>
      <a:accent5>
        <a:srgbClr val="5AA2AE"/>
      </a:accent5>
      <a:accent6>
        <a:srgbClr val="9D90A0"/>
      </a:accent6>
      <a:hlink>
        <a:srgbClr val="9454C3"/>
      </a:hlink>
      <a:folHlink>
        <a:srgbClr val="3EBBF0"/>
      </a:folHlink>
    </a:clrScheme>
    <a:fontScheme name="Spectrum">
      <a:majorFont>
        <a:latin typeface="Corbel"/>
        <a:ea typeface=""/>
        <a:cs typeface=""/>
        <a:font script="Jpan" typeface="ＭＳ ゴシック"/>
        <a:font script="Hans" typeface="宋体"/>
        <a:font script="Hant" typeface="新細明體"/>
      </a:majorFont>
      <a:minorFont>
        <a:latin typeface="Calibri"/>
        <a:ea typeface=""/>
        <a:cs typeface=""/>
        <a:font script="Jpan" typeface="ＭＳ ゴシック"/>
        <a:font script="Hans" typeface="宋体"/>
        <a:font script="Hant" typeface="新細明體"/>
      </a:minorFont>
    </a:fontScheme>
    <a:fmtScheme name="Spectrum">
      <a:fillStyleLst>
        <a:solidFill>
          <a:schemeClr val="phClr"/>
        </a:solidFill>
        <a:gradFill rotWithShape="1">
          <a:gsLst>
            <a:gs pos="0">
              <a:schemeClr val="phClr">
                <a:tint val="100000"/>
                <a:shade val="70000"/>
                <a:satMod val="150000"/>
              </a:schemeClr>
            </a:gs>
            <a:gs pos="100000">
              <a:schemeClr val="phClr">
                <a:tint val="95000"/>
                <a:satMod val="150000"/>
              </a:schemeClr>
            </a:gs>
          </a:gsLst>
          <a:lin ang="16200000" scaled="1"/>
        </a:gradFill>
        <a:gradFill rotWithShape="1">
          <a:gsLst>
            <a:gs pos="0">
              <a:schemeClr val="phClr">
                <a:tint val="95000"/>
                <a:shade val="70000"/>
                <a:satMod val="150000"/>
              </a:schemeClr>
            </a:gs>
            <a:gs pos="100000">
              <a:schemeClr val="phClr">
                <a:tint val="100000"/>
                <a:shade val="100000"/>
                <a:satMod val="150000"/>
              </a:schemeClr>
            </a:gs>
          </a:gsLst>
          <a:lin ang="16200000" scaled="0"/>
        </a:gradFill>
      </a:fillStyleLst>
      <a:lnStyleLst>
        <a:ln w="12700" cap="flat" cmpd="sng" algn="ctr">
          <a:solidFill>
            <a:schemeClr val="phClr">
              <a:shade val="95000"/>
              <a:satMod val="105000"/>
            </a:schemeClr>
          </a:solidFill>
          <a:prstDash val="solid"/>
        </a:ln>
        <a:ln w="25400"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38100" dist="25400" dir="6600000" sx="101000" sy="101000" rotWithShape="0">
              <a:srgbClr val="000000">
                <a:alpha val="75000"/>
              </a:srgbClr>
            </a:outerShdw>
          </a:effectLst>
        </a:effectStyle>
        <a:effectStyle>
          <a:effectLst>
            <a:outerShdw blurRad="50800" dir="5400000" sx="105000" sy="105000" algn="ctr" rotWithShape="0">
              <a:srgbClr val="000000">
                <a:alpha val="40000"/>
              </a:srgbClr>
            </a:outerShdw>
          </a:effectLst>
          <a:scene3d>
            <a:camera prst="orthographicFront">
              <a:rot lat="0" lon="0" rev="0"/>
            </a:camera>
            <a:lightRig rig="balanced" dir="t">
              <a:rot lat="0" lon="0" rev="4800000"/>
            </a:lightRig>
          </a:scene3d>
          <a:sp3d prstMaterial="matte">
            <a:bevelT w="63500" h="50800" prst="angle"/>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rtlCol="0" anchor="ctr"/>
      <a:lstStyle>
        <a:defPPr algn="ctr">
          <a:defRPr/>
        </a:defP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Spectrum.thmx</Template>
  <TotalTime>2443</TotalTime>
  <Words>1945</Words>
  <Application>Microsoft Office PowerPoint</Application>
  <PresentationFormat>On-screen Show (4:3)</PresentationFormat>
  <Paragraphs>176</Paragraphs>
  <Slides>27</Slides>
  <Notes>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27</vt:i4>
      </vt:variant>
    </vt:vector>
  </HeadingPairs>
  <TitlesOfParts>
    <vt:vector size="33" baseType="lpstr">
      <vt:lpstr>Arial</vt:lpstr>
      <vt:lpstr>Calibri</vt:lpstr>
      <vt:lpstr>Corbel</vt:lpstr>
      <vt:lpstr>Times New Roman</vt:lpstr>
      <vt:lpstr>Wingdings</vt:lpstr>
      <vt:lpstr>Spectrum</vt:lpstr>
      <vt:lpstr>Introduction to Web Technology</vt:lpstr>
      <vt:lpstr>Course Logistics</vt:lpstr>
      <vt:lpstr>Course Logistics</vt:lpstr>
      <vt:lpstr>Course Logistics</vt:lpstr>
      <vt:lpstr>Learning Objectives</vt:lpstr>
      <vt:lpstr>Client/Server model</vt:lpstr>
      <vt:lpstr>PowerPoint Presentation</vt:lpstr>
      <vt:lpstr>Types of Server</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Browsers</vt:lpstr>
      <vt:lpstr>HTTP protocol</vt:lpstr>
      <vt:lpstr>HTTP protocol</vt:lpstr>
      <vt:lpstr>HTTP protocol</vt:lpstr>
      <vt:lpstr>HTTP protocol</vt:lpstr>
      <vt:lpstr>HTTP protocol</vt:lpstr>
      <vt:lpstr>HTTP Response Message</vt:lpstr>
      <vt:lpstr>HTTP protocol</vt:lpstr>
      <vt:lpstr>HTTP Vs HTTPs</vt:lpstr>
      <vt:lpstr>PowerPoint Presentation</vt:lpstr>
    </vt:vector>
  </TitlesOfParts>
  <Company>home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Thesis Title</dc:title>
  <dc:creator>Mahbubul Syeed</dc:creator>
  <cp:lastModifiedBy>Md. Sazid Uddin</cp:lastModifiedBy>
  <cp:revision>183</cp:revision>
  <dcterms:created xsi:type="dcterms:W3CDTF">2018-12-10T17:20:29Z</dcterms:created>
  <dcterms:modified xsi:type="dcterms:W3CDTF">2025-07-13T05:31:34Z</dcterms:modified>
</cp:coreProperties>
</file>