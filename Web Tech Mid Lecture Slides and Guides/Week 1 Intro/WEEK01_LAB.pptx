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8" r:id="rId3"/>
    <p:sldId id="270" r:id="rId4"/>
    <p:sldId id="267" r:id="rId5"/>
    <p:sldId id="269" r:id="rId6"/>
    <p:sldId id="271" r:id="rId7"/>
    <p:sldId id="272" r:id="rId8"/>
    <p:sldId id="27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93" d="100"/>
          <a:sy n="93" d="100"/>
        </p:scale>
        <p:origin x="116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. Sazid Uddin" userId="bf7103ce-f704-450c-833b-8f6e8b9d55ed" providerId="ADAL" clId="{17D45B82-7083-4DA9-86C0-10E040569583}"/>
    <pc:docChg chg="custSel modSld">
      <pc:chgData name="Md. Sazid Uddin" userId="bf7103ce-f704-450c-833b-8f6e8b9d55ed" providerId="ADAL" clId="{17D45B82-7083-4DA9-86C0-10E040569583}" dt="2025-07-13T08:12:44.441" v="58" actId="404"/>
      <pc:docMkLst>
        <pc:docMk/>
      </pc:docMkLst>
      <pc:sldChg chg="modSp mod">
        <pc:chgData name="Md. Sazid Uddin" userId="bf7103ce-f704-450c-833b-8f6e8b9d55ed" providerId="ADAL" clId="{17D45B82-7083-4DA9-86C0-10E040569583}" dt="2025-07-13T08:12:44.441" v="58" actId="404"/>
        <pc:sldMkLst>
          <pc:docMk/>
          <pc:sldMk cId="700707328" sldId="256"/>
        </pc:sldMkLst>
        <pc:graphicFrameChg chg="modGraphic">
          <ac:chgData name="Md. Sazid Uddin" userId="bf7103ce-f704-450c-833b-8f6e8b9d55ed" providerId="ADAL" clId="{17D45B82-7083-4DA9-86C0-10E040569583}" dt="2025-07-13T08:12:44.441" v="58" actId="404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/dashboard/" TargetMode="External"/><Relationship Id="rId2" Type="http://schemas.openxmlformats.org/officeDocument/2006/relationships/hyperlink" Target="https://www.apachefriends.org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localhost/dashboard/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Web Technology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</a:t>
            </a:r>
            <a:r>
              <a:rPr lang="en-US" altLang="en-US" b="1"/>
              <a:t>CSC 3215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2153948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Lab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Summer 24-25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Md. Sazid Uddin (sazid.uddin@aiub.edu)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</a:t>
            </a:r>
            <a:r>
              <a:rPr lang="en-US" altLang="en-US" dirty="0"/>
              <a:t>WEB TECHNOLOGIES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94E9F-FC9D-ED8E-4C0E-F8F544EC1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570E8-E044-D986-0D5E-A5F0095797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Sever Installation and Run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4A7EE-67B9-6BE9-8A13-4F45CD8DBC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6C03DE-D5CB-6BE6-3738-F63B0B90C4AB}"/>
              </a:ext>
            </a:extLst>
          </p:cNvPr>
          <p:cNvSpPr txBox="1"/>
          <p:nvPr/>
        </p:nvSpPr>
        <p:spPr>
          <a:xfrm>
            <a:off x="190989" y="2254469"/>
            <a:ext cx="857418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b="1" dirty="0"/>
              <a:t>Download and Install XAMPP </a:t>
            </a:r>
            <a:r>
              <a:rPr lang="en-US" sz="2400" b="1" dirty="0">
                <a:hlinkClick r:id="rId2"/>
              </a:rPr>
              <a:t>https://www.apachefriends.org/</a:t>
            </a:r>
            <a:endParaRPr lang="en-US" sz="2400" b="1" dirty="0"/>
          </a:p>
          <a:p>
            <a:r>
              <a:rPr lang="en-US" sz="2400" b="1" dirty="0"/>
              <a:t> in your PC.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</a:rPr>
              <a:t>Start </a:t>
            </a:r>
            <a:r>
              <a:rPr lang="en-US" sz="2400" b="1" dirty="0">
                <a:solidFill>
                  <a:prstClr val="black"/>
                </a:solidFill>
              </a:rPr>
              <a:t>Apache</a:t>
            </a:r>
            <a:r>
              <a:rPr lang="en-US" sz="2400" dirty="0">
                <a:solidFill>
                  <a:prstClr val="black"/>
                </a:solidFill>
              </a:rPr>
              <a:t> service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</a:rPr>
              <a:t>  Open your browser and write following URL;</a:t>
            </a:r>
            <a:br>
              <a:rPr lang="en-US" sz="2400" dirty="0">
                <a:solidFill>
                  <a:prstClr val="black"/>
                </a:solidFill>
              </a:rPr>
            </a:br>
            <a:r>
              <a:rPr lang="en-US" sz="2400" dirty="0">
                <a:solidFill>
                  <a:prstClr val="black"/>
                </a:solidFill>
                <a:hlinkClick r:id="rId3"/>
              </a:rPr>
              <a:t>http://localhost/dashboard/</a:t>
            </a:r>
            <a:endParaRPr lang="en-US" sz="2400" dirty="0">
              <a:solidFill>
                <a:prstClr val="black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48117C-5F4A-2F35-4A99-01982F7208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2358" y="4061539"/>
            <a:ext cx="4270653" cy="2744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578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98663-8A9E-0BF2-7224-82892D527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E5705-2E2B-CB3C-6612-9AF4C4ECEE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Running the first Code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EEA44F0-19F9-0221-35F7-20144DDDE1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08CDCD-EAF0-1D96-CFB2-1BCC8268EC23}"/>
              </a:ext>
            </a:extLst>
          </p:cNvPr>
          <p:cNvSpPr txBox="1"/>
          <p:nvPr/>
        </p:nvSpPr>
        <p:spPr>
          <a:xfrm>
            <a:off x="190990" y="2254469"/>
            <a:ext cx="557919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Create a file name home.html in </a:t>
            </a:r>
            <a:r>
              <a:rPr lang="en-US" sz="2400" b="1" dirty="0"/>
              <a:t>C:\xampp\htdocs </a:t>
            </a:r>
            <a:r>
              <a:rPr lang="en-US" sz="2400" dirty="0"/>
              <a:t>and write the following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To run the code write the URL in your browser </a:t>
            </a:r>
            <a:r>
              <a:rPr lang="en-US" sz="24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http://localhost/</a:t>
            </a:r>
            <a:r>
              <a:rPr lang="en-US" sz="2400" dirty="0"/>
              <a:t>home.html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966A70-002C-8216-113E-A631DA77D4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7341" y="2389307"/>
            <a:ext cx="2915767" cy="2605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002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XAMPP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476206" y="2286001"/>
            <a:ext cx="828897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XAMPP is a free and open-source cross-platform </a:t>
            </a:r>
            <a:r>
              <a:rPr lang="en-US" sz="2400" b="1" dirty="0"/>
              <a:t>web server solution stack package</a:t>
            </a:r>
            <a:r>
              <a:rPr lang="en-US" sz="2400" dirty="0"/>
              <a:t> developed by Apache Friends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It has </a:t>
            </a:r>
            <a:r>
              <a:rPr lang="en-US" sz="2400" b="1" dirty="0"/>
              <a:t>Apache</a:t>
            </a:r>
            <a:r>
              <a:rPr lang="en-US" sz="2400" dirty="0"/>
              <a:t> HTTP Server, </a:t>
            </a:r>
            <a:r>
              <a:rPr lang="en-US" sz="2400" b="1" dirty="0"/>
              <a:t>MariaDB database</a:t>
            </a:r>
            <a:r>
              <a:rPr lang="en-US" sz="2400" dirty="0"/>
              <a:t>, and </a:t>
            </a:r>
            <a:r>
              <a:rPr lang="en-US" sz="2400" b="1" dirty="0"/>
              <a:t>interpreters</a:t>
            </a:r>
            <a:r>
              <a:rPr lang="en-US" sz="2400" dirty="0"/>
              <a:t> for scripts written in the </a:t>
            </a:r>
            <a:r>
              <a:rPr lang="en-US" sz="2400" b="1" dirty="0"/>
              <a:t>PHP</a:t>
            </a:r>
            <a:r>
              <a:rPr lang="en-US" sz="2400" dirty="0"/>
              <a:t> and </a:t>
            </a:r>
            <a:r>
              <a:rPr lang="en-US" sz="2400" b="1" dirty="0"/>
              <a:t>Perl</a:t>
            </a:r>
            <a:r>
              <a:rPr lang="en-US" sz="2400" dirty="0"/>
              <a:t> programming languages.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allows developers to </a:t>
            </a:r>
            <a:r>
              <a:rPr lang="en-US" sz="2400" b="1" dirty="0"/>
              <a:t>create a local web server for testing and development</a:t>
            </a:r>
            <a:r>
              <a:rPr lang="en-US" sz="2400" dirty="0"/>
              <a:t> purposes.</a:t>
            </a:r>
          </a:p>
        </p:txBody>
      </p:sp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B4715-439F-AEA0-87D9-CE18ED81B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47D85-4756-574E-7025-80962C87CB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/>
              <a:t>Apache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A543D67-89DC-E4C3-E1E9-658DBDE47F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81AB47-E133-15C1-D510-47C748DC492D}"/>
              </a:ext>
            </a:extLst>
          </p:cNvPr>
          <p:cNvSpPr txBox="1"/>
          <p:nvPr/>
        </p:nvSpPr>
        <p:spPr>
          <a:xfrm>
            <a:off x="476206" y="2286001"/>
            <a:ext cx="828897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Apache is HTTP server software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developed by the Apache Software Foundation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It runs on multiple operating systems, including Windows, Linux, macOS,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Apache is a free and open-source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serves static files (HTML, images) and works with server-side languages (PHP, Python) to deliver dynamic web pages.</a:t>
            </a:r>
          </a:p>
        </p:txBody>
      </p:sp>
    </p:spTree>
    <p:extLst>
      <p:ext uri="{BB962C8B-B14F-4D97-AF65-F5344CB8AC3E}">
        <p14:creationId xmlns:p14="http://schemas.microsoft.com/office/powerpoint/2010/main" val="4084941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EDDC4-C639-3C31-144A-97591854B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E49F0-CB7D-43A0-5B6C-4BC8C3965B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/>
              <a:t>Git Bash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06BFFBE-B5D3-34B0-2B04-6F4215F483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373378-874A-E817-37FD-0EE6F6A16B4E}"/>
              </a:ext>
            </a:extLst>
          </p:cNvPr>
          <p:cNvSpPr txBox="1"/>
          <p:nvPr/>
        </p:nvSpPr>
        <p:spPr>
          <a:xfrm>
            <a:off x="476206" y="2286001"/>
            <a:ext cx="828897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A command-line tool for Windows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Combines Git (version control) and Bash (Unix-like shell)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Used to manage code, track changes, and collaborate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Download from git-scm.com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Run installer, keep defaults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Enable "Git Bash Here" option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Launch Git Bash from Start menu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5FD86A-7D50-19DD-1F8F-15422338F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811" y="4135400"/>
            <a:ext cx="3754367" cy="2380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096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35FE8-EFE6-BFA6-9DFC-6C06FFB8D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FF226-5329-B873-CDA8-E2E17A4442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/>
              <a:t>Commands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45F211E-95C6-C136-AC04-9086BB2166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4C0320-BEAD-FF96-7B04-659339DCE9A5}"/>
              </a:ext>
            </a:extLst>
          </p:cNvPr>
          <p:cNvSpPr txBox="1"/>
          <p:nvPr/>
        </p:nvSpPr>
        <p:spPr>
          <a:xfrm>
            <a:off x="476206" y="2286001"/>
            <a:ext cx="828897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cd project-folder-directory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git config --global user.name "Your Name"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git config --global </a:t>
            </a:r>
            <a:r>
              <a:rPr lang="en-US" sz="2400" dirty="0" err="1"/>
              <a:t>user.email</a:t>
            </a:r>
            <a:r>
              <a:rPr lang="en-US" sz="2400" dirty="0"/>
              <a:t> "your.email@example.com"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git </a:t>
            </a:r>
            <a:r>
              <a:rPr lang="en-US" sz="2400" dirty="0" err="1"/>
              <a:t>init</a:t>
            </a:r>
            <a:endParaRPr lang="en-US" sz="24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git add 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git commit -m "first commit"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git branch -M main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git remote add origin {your remote git repository}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git push -u origin main</a:t>
            </a:r>
          </a:p>
        </p:txBody>
      </p:sp>
    </p:spTree>
    <p:extLst>
      <p:ext uri="{BB962C8B-B14F-4D97-AF65-F5344CB8AC3E}">
        <p14:creationId xmlns:p14="http://schemas.microsoft.com/office/powerpoint/2010/main" val="3657382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BFA2E-D5F2-47EF-4A0B-173AC0F16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EAED2-E1EB-0752-29D9-FE25C911C2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/>
              <a:t>Git Commands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D24760C-FB7A-7653-1856-809B8CE94F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356B8A-4CDD-35C6-2873-2BA4110A76D2}"/>
              </a:ext>
            </a:extLst>
          </p:cNvPr>
          <p:cNvSpPr txBox="1"/>
          <p:nvPr/>
        </p:nvSpPr>
        <p:spPr>
          <a:xfrm>
            <a:off x="476206" y="2286001"/>
            <a:ext cx="828897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git </a:t>
            </a:r>
            <a:r>
              <a:rPr lang="en-US" sz="2400" dirty="0" err="1"/>
              <a:t>init</a:t>
            </a:r>
            <a:r>
              <a:rPr lang="en-US" sz="2400" dirty="0"/>
              <a:t> initializes a new Git repository in current directory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git commit saves a snapshot of staged changes to the repository’s history. It’s saving your progress of the code or files.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git push </a:t>
            </a:r>
            <a:r>
              <a:rPr lang="en-US" sz="2400"/>
              <a:t>uploads local </a:t>
            </a:r>
            <a:r>
              <a:rPr lang="en-US" sz="2400" dirty="0"/>
              <a:t>commits to a remote repository 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400" dirty="0"/>
          </a:p>
          <a:p>
            <a:pPr marL="342900" indent="-342900">
              <a:buFont typeface="Arial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19750757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405</TotalTime>
  <Words>405</Words>
  <Application>Microsoft Office PowerPoint</Application>
  <PresentationFormat>On-screen Show (4:3)</PresentationFormat>
  <Paragraphs>60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Corbel</vt:lpstr>
      <vt:lpstr>Wingdings</vt:lpstr>
      <vt:lpstr>Spectrum</vt:lpstr>
      <vt:lpstr>Introduction to Web Technology</vt:lpstr>
      <vt:lpstr>Sever Installation and Run</vt:lpstr>
      <vt:lpstr>Running the first Code</vt:lpstr>
      <vt:lpstr>XAMPP</vt:lpstr>
      <vt:lpstr>Apache</vt:lpstr>
      <vt:lpstr>Git Bash</vt:lpstr>
      <vt:lpstr>Commands</vt:lpstr>
      <vt:lpstr>Git Commands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Md. Sazid Uddin</cp:lastModifiedBy>
  <cp:revision>126</cp:revision>
  <dcterms:created xsi:type="dcterms:W3CDTF">2018-12-10T17:20:29Z</dcterms:created>
  <dcterms:modified xsi:type="dcterms:W3CDTF">2025-07-13T08:12:45Z</dcterms:modified>
</cp:coreProperties>
</file>