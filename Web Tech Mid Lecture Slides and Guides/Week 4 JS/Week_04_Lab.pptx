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86" r:id="rId4"/>
    <p:sldId id="287" r:id="rId5"/>
    <p:sldId id="288" r:id="rId6"/>
    <p:sldId id="289" r:id="rId7"/>
    <p:sldId id="290" r:id="rId8"/>
    <p:sldId id="264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6E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624873-DACD-496F-938C-70EB8160D6AD}" v="2" dt="2020-04-30T09:26:54.880"/>
    <p1510:client id="{DB6DA42A-7068-4790-B4E7-358C9715504E}" v="5" dt="2020-04-30T10:45:18.9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nvir Ahmed" userId="5fa9bf89-1556-4927-a8e9-24c5d464f299" providerId="ADAL" clId="{DB6DA42A-7068-4790-B4E7-358C9715504E}"/>
    <pc:docChg chg="addSld delSld modSld sldOrd">
      <pc:chgData name="Tanvir Ahmed" userId="5fa9bf89-1556-4927-a8e9-24c5d464f299" providerId="ADAL" clId="{DB6DA42A-7068-4790-B4E7-358C9715504E}" dt="2020-04-30T10:51:50.720" v="31" actId="20577"/>
      <pc:docMkLst>
        <pc:docMk/>
      </pc:docMkLst>
      <pc:sldChg chg="modSp">
        <pc:chgData name="Tanvir Ahmed" userId="5fa9bf89-1556-4927-a8e9-24c5d464f299" providerId="ADAL" clId="{DB6DA42A-7068-4790-B4E7-358C9715504E}" dt="2020-04-30T10:51:50.720" v="31" actId="20577"/>
        <pc:sldMkLst>
          <pc:docMk/>
          <pc:sldMk cId="700707328" sldId="256"/>
        </pc:sldMkLst>
        <pc:graphicFrameChg chg="modGraphic">
          <ac:chgData name="Tanvir Ahmed" userId="5fa9bf89-1556-4927-a8e9-24c5d464f299" providerId="ADAL" clId="{DB6DA42A-7068-4790-B4E7-358C9715504E}" dt="2020-04-30T10:51:50.720" v="31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">
        <pc:chgData name="Tanvir Ahmed" userId="5fa9bf89-1556-4927-a8e9-24c5d464f299" providerId="ADAL" clId="{DB6DA42A-7068-4790-B4E7-358C9715504E}" dt="2020-04-30T10:44:32.657" v="1" actId="20577"/>
        <pc:sldMkLst>
          <pc:docMk/>
          <pc:sldMk cId="424874041" sldId="257"/>
        </pc:sldMkLst>
        <pc:spChg chg="mod">
          <ac:chgData name="Tanvir Ahmed" userId="5fa9bf89-1556-4927-a8e9-24c5d464f299" providerId="ADAL" clId="{DB6DA42A-7068-4790-B4E7-358C9715504E}" dt="2020-04-30T10:44:32.657" v="1" actId="20577"/>
          <ac:spMkLst>
            <pc:docMk/>
            <pc:sldMk cId="424874041" sldId="257"/>
            <ac:spMk id="3" creationId="{00000000-0000-0000-0000-000000000000}"/>
          </ac:spMkLst>
        </pc:spChg>
      </pc:sldChg>
      <pc:sldChg chg="del">
        <pc:chgData name="Tanvir Ahmed" userId="5fa9bf89-1556-4927-a8e9-24c5d464f299" providerId="ADAL" clId="{DB6DA42A-7068-4790-B4E7-358C9715504E}" dt="2020-04-30T10:45:43.426" v="11" actId="2696"/>
        <pc:sldMkLst>
          <pc:docMk/>
          <pc:sldMk cId="2823762119" sldId="258"/>
        </pc:sldMkLst>
      </pc:sldChg>
      <pc:sldChg chg="addSp delSp modSp del">
        <pc:chgData name="Tanvir Ahmed" userId="5fa9bf89-1556-4927-a8e9-24c5d464f299" providerId="ADAL" clId="{DB6DA42A-7068-4790-B4E7-358C9715504E}" dt="2020-04-30T10:45:43.388" v="7" actId="2696"/>
        <pc:sldMkLst>
          <pc:docMk/>
          <pc:sldMk cId="2134390752" sldId="266"/>
        </pc:sldMkLst>
        <pc:graphicFrameChg chg="add del mod">
          <ac:chgData name="Tanvir Ahmed" userId="5fa9bf89-1556-4927-a8e9-24c5d464f299" providerId="ADAL" clId="{DB6DA42A-7068-4790-B4E7-358C9715504E}" dt="2020-04-30T10:44:48.527" v="3"/>
          <ac:graphicFrameMkLst>
            <pc:docMk/>
            <pc:sldMk cId="2134390752" sldId="266"/>
            <ac:graphicFrameMk id="3" creationId="{EF4B03EF-7145-41DF-902C-EB3D8A0F037A}"/>
          </ac:graphicFrameMkLst>
        </pc:graphicFrameChg>
      </pc:sldChg>
      <pc:sldChg chg="del">
        <pc:chgData name="Tanvir Ahmed" userId="5fa9bf89-1556-4927-a8e9-24c5d464f299" providerId="ADAL" clId="{DB6DA42A-7068-4790-B4E7-358C9715504E}" dt="2020-04-30T10:45:43.397" v="8" actId="2696"/>
        <pc:sldMkLst>
          <pc:docMk/>
          <pc:sldMk cId="3132154582" sldId="267"/>
        </pc:sldMkLst>
      </pc:sldChg>
      <pc:sldChg chg="del">
        <pc:chgData name="Tanvir Ahmed" userId="5fa9bf89-1556-4927-a8e9-24c5d464f299" providerId="ADAL" clId="{DB6DA42A-7068-4790-B4E7-358C9715504E}" dt="2020-04-30T10:45:43.408" v="9" actId="2696"/>
        <pc:sldMkLst>
          <pc:docMk/>
          <pc:sldMk cId="1844210163" sldId="268"/>
        </pc:sldMkLst>
      </pc:sldChg>
      <pc:sldChg chg="del">
        <pc:chgData name="Tanvir Ahmed" userId="5fa9bf89-1556-4927-a8e9-24c5d464f299" providerId="ADAL" clId="{DB6DA42A-7068-4790-B4E7-358C9715504E}" dt="2020-04-30T10:45:43.414" v="10" actId="2696"/>
        <pc:sldMkLst>
          <pc:docMk/>
          <pc:sldMk cId="1083068446" sldId="269"/>
        </pc:sldMkLst>
      </pc:sldChg>
      <pc:sldChg chg="del">
        <pc:chgData name="Tanvir Ahmed" userId="5fa9bf89-1556-4927-a8e9-24c5d464f299" providerId="ADAL" clId="{DB6DA42A-7068-4790-B4E7-358C9715504E}" dt="2020-04-30T10:45:43.435" v="12" actId="2696"/>
        <pc:sldMkLst>
          <pc:docMk/>
          <pc:sldMk cId="3563437121" sldId="270"/>
        </pc:sldMkLst>
      </pc:sldChg>
      <pc:sldChg chg="del">
        <pc:chgData name="Tanvir Ahmed" userId="5fa9bf89-1556-4927-a8e9-24c5d464f299" providerId="ADAL" clId="{DB6DA42A-7068-4790-B4E7-358C9715504E}" dt="2020-04-30T10:45:43.449" v="13" actId="2696"/>
        <pc:sldMkLst>
          <pc:docMk/>
          <pc:sldMk cId="434394984" sldId="271"/>
        </pc:sldMkLst>
      </pc:sldChg>
      <pc:sldChg chg="del">
        <pc:chgData name="Tanvir Ahmed" userId="5fa9bf89-1556-4927-a8e9-24c5d464f299" providerId="ADAL" clId="{DB6DA42A-7068-4790-B4E7-358C9715504E}" dt="2020-04-30T10:45:43.461" v="14" actId="2696"/>
        <pc:sldMkLst>
          <pc:docMk/>
          <pc:sldMk cId="2796121990" sldId="272"/>
        </pc:sldMkLst>
      </pc:sldChg>
      <pc:sldChg chg="del">
        <pc:chgData name="Tanvir Ahmed" userId="5fa9bf89-1556-4927-a8e9-24c5d464f299" providerId="ADAL" clId="{DB6DA42A-7068-4790-B4E7-358C9715504E}" dt="2020-04-30T10:45:43.472" v="15" actId="2696"/>
        <pc:sldMkLst>
          <pc:docMk/>
          <pc:sldMk cId="1151346342" sldId="273"/>
        </pc:sldMkLst>
      </pc:sldChg>
      <pc:sldChg chg="del">
        <pc:chgData name="Tanvir Ahmed" userId="5fa9bf89-1556-4927-a8e9-24c5d464f299" providerId="ADAL" clId="{DB6DA42A-7068-4790-B4E7-358C9715504E}" dt="2020-04-30T10:45:43.483" v="16" actId="2696"/>
        <pc:sldMkLst>
          <pc:docMk/>
          <pc:sldMk cId="990919917" sldId="274"/>
        </pc:sldMkLst>
      </pc:sldChg>
      <pc:sldChg chg="del">
        <pc:chgData name="Tanvir Ahmed" userId="5fa9bf89-1556-4927-a8e9-24c5d464f299" providerId="ADAL" clId="{DB6DA42A-7068-4790-B4E7-358C9715504E}" dt="2020-04-30T10:45:43.491" v="17" actId="2696"/>
        <pc:sldMkLst>
          <pc:docMk/>
          <pc:sldMk cId="210176247" sldId="275"/>
        </pc:sldMkLst>
      </pc:sldChg>
      <pc:sldChg chg="del">
        <pc:chgData name="Tanvir Ahmed" userId="5fa9bf89-1556-4927-a8e9-24c5d464f299" providerId="ADAL" clId="{DB6DA42A-7068-4790-B4E7-358C9715504E}" dt="2020-04-30T10:45:43.499" v="18" actId="2696"/>
        <pc:sldMkLst>
          <pc:docMk/>
          <pc:sldMk cId="3054597525" sldId="276"/>
        </pc:sldMkLst>
      </pc:sldChg>
      <pc:sldChg chg="del">
        <pc:chgData name="Tanvir Ahmed" userId="5fa9bf89-1556-4927-a8e9-24c5d464f299" providerId="ADAL" clId="{DB6DA42A-7068-4790-B4E7-358C9715504E}" dt="2020-04-30T10:45:43.508" v="19" actId="2696"/>
        <pc:sldMkLst>
          <pc:docMk/>
          <pc:sldMk cId="2662945489" sldId="277"/>
        </pc:sldMkLst>
      </pc:sldChg>
      <pc:sldChg chg="del">
        <pc:chgData name="Tanvir Ahmed" userId="5fa9bf89-1556-4927-a8e9-24c5d464f299" providerId="ADAL" clId="{DB6DA42A-7068-4790-B4E7-358C9715504E}" dt="2020-04-30T10:45:43.518" v="20" actId="2696"/>
        <pc:sldMkLst>
          <pc:docMk/>
          <pc:sldMk cId="2548848223" sldId="278"/>
        </pc:sldMkLst>
      </pc:sldChg>
      <pc:sldChg chg="del">
        <pc:chgData name="Tanvir Ahmed" userId="5fa9bf89-1556-4927-a8e9-24c5d464f299" providerId="ADAL" clId="{DB6DA42A-7068-4790-B4E7-358C9715504E}" dt="2020-04-30T10:45:43.533" v="21" actId="2696"/>
        <pc:sldMkLst>
          <pc:docMk/>
          <pc:sldMk cId="915464564" sldId="279"/>
        </pc:sldMkLst>
      </pc:sldChg>
      <pc:sldChg chg="del">
        <pc:chgData name="Tanvir Ahmed" userId="5fa9bf89-1556-4927-a8e9-24c5d464f299" providerId="ADAL" clId="{DB6DA42A-7068-4790-B4E7-358C9715504E}" dt="2020-04-30T10:45:43.546" v="22" actId="2696"/>
        <pc:sldMkLst>
          <pc:docMk/>
          <pc:sldMk cId="810716952" sldId="280"/>
        </pc:sldMkLst>
      </pc:sldChg>
      <pc:sldChg chg="del">
        <pc:chgData name="Tanvir Ahmed" userId="5fa9bf89-1556-4927-a8e9-24c5d464f299" providerId="ADAL" clId="{DB6DA42A-7068-4790-B4E7-358C9715504E}" dt="2020-04-30T10:45:43.555" v="23" actId="2696"/>
        <pc:sldMkLst>
          <pc:docMk/>
          <pc:sldMk cId="3236924561" sldId="281"/>
        </pc:sldMkLst>
      </pc:sldChg>
      <pc:sldChg chg="del">
        <pc:chgData name="Tanvir Ahmed" userId="5fa9bf89-1556-4927-a8e9-24c5d464f299" providerId="ADAL" clId="{DB6DA42A-7068-4790-B4E7-358C9715504E}" dt="2020-04-30T10:45:43.565" v="24" actId="2696"/>
        <pc:sldMkLst>
          <pc:docMk/>
          <pc:sldMk cId="1863200963" sldId="282"/>
        </pc:sldMkLst>
      </pc:sldChg>
      <pc:sldChg chg="del">
        <pc:chgData name="Tanvir Ahmed" userId="5fa9bf89-1556-4927-a8e9-24c5d464f299" providerId="ADAL" clId="{DB6DA42A-7068-4790-B4E7-358C9715504E}" dt="2020-04-30T10:45:43.613" v="26" actId="2696"/>
        <pc:sldMkLst>
          <pc:docMk/>
          <pc:sldMk cId="3532267386" sldId="283"/>
        </pc:sldMkLst>
      </pc:sldChg>
      <pc:sldChg chg="del">
        <pc:chgData name="Tanvir Ahmed" userId="5fa9bf89-1556-4927-a8e9-24c5d464f299" providerId="ADAL" clId="{DB6DA42A-7068-4790-B4E7-358C9715504E}" dt="2020-04-30T10:45:43.628" v="27" actId="2696"/>
        <pc:sldMkLst>
          <pc:docMk/>
          <pc:sldMk cId="4220900740" sldId="284"/>
        </pc:sldMkLst>
      </pc:sldChg>
      <pc:sldChg chg="del ord">
        <pc:chgData name="Tanvir Ahmed" userId="5fa9bf89-1556-4927-a8e9-24c5d464f299" providerId="ADAL" clId="{DB6DA42A-7068-4790-B4E7-358C9715504E}" dt="2020-04-30T10:45:43.588" v="25" actId="2696"/>
        <pc:sldMkLst>
          <pc:docMk/>
          <pc:sldMk cId="511509548" sldId="285"/>
        </pc:sldMkLst>
      </pc:sldChg>
      <pc:sldChg chg="add">
        <pc:chgData name="Tanvir Ahmed" userId="5fa9bf89-1556-4927-a8e9-24c5d464f299" providerId="ADAL" clId="{DB6DA42A-7068-4790-B4E7-358C9715504E}" dt="2020-04-30T10:45:15.360" v="4"/>
        <pc:sldMkLst>
          <pc:docMk/>
          <pc:sldMk cId="261875079" sldId="286"/>
        </pc:sldMkLst>
      </pc:sldChg>
      <pc:sldChg chg="add">
        <pc:chgData name="Tanvir Ahmed" userId="5fa9bf89-1556-4927-a8e9-24c5d464f299" providerId="ADAL" clId="{DB6DA42A-7068-4790-B4E7-358C9715504E}" dt="2020-04-30T10:45:15.360" v="4"/>
        <pc:sldMkLst>
          <pc:docMk/>
          <pc:sldMk cId="2819377470" sldId="287"/>
        </pc:sldMkLst>
      </pc:sldChg>
      <pc:sldChg chg="add">
        <pc:chgData name="Tanvir Ahmed" userId="5fa9bf89-1556-4927-a8e9-24c5d464f299" providerId="ADAL" clId="{DB6DA42A-7068-4790-B4E7-358C9715504E}" dt="2020-04-30T10:45:15.360" v="4"/>
        <pc:sldMkLst>
          <pc:docMk/>
          <pc:sldMk cId="1744785842" sldId="288"/>
        </pc:sldMkLst>
      </pc:sldChg>
      <pc:sldChg chg="add">
        <pc:chgData name="Tanvir Ahmed" userId="5fa9bf89-1556-4927-a8e9-24c5d464f299" providerId="ADAL" clId="{DB6DA42A-7068-4790-B4E7-358C9715504E}" dt="2020-04-30T10:45:15.360" v="4"/>
        <pc:sldMkLst>
          <pc:docMk/>
          <pc:sldMk cId="3143269072" sldId="289"/>
        </pc:sldMkLst>
      </pc:sldChg>
      <pc:sldChg chg="add">
        <pc:chgData name="Tanvir Ahmed" userId="5fa9bf89-1556-4927-a8e9-24c5d464f299" providerId="ADAL" clId="{DB6DA42A-7068-4790-B4E7-358C9715504E}" dt="2020-04-30T10:45:15.360" v="4"/>
        <pc:sldMkLst>
          <pc:docMk/>
          <pc:sldMk cId="2898490645" sldId="290"/>
        </pc:sldMkLst>
      </pc:sldChg>
    </pc:docChg>
  </pc:docChgLst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  <pc:docChgLst>
    <pc:chgData name="Tanvir Ahmed" userId="5fa9bf89-1556-4927-a8e9-24c5d464f299" providerId="ADAL" clId="{CA624873-DACD-496F-938C-70EB8160D6AD}"/>
    <pc:docChg chg="undo custSel delSld modSld">
      <pc:chgData name="Tanvir Ahmed" userId="5fa9bf89-1556-4927-a8e9-24c5d464f299" providerId="ADAL" clId="{CA624873-DACD-496F-938C-70EB8160D6AD}" dt="2020-04-30T10:43:36.805" v="10" actId="2696"/>
      <pc:docMkLst>
        <pc:docMk/>
      </pc:docMkLst>
      <pc:sldChg chg="modSp">
        <pc:chgData name="Tanvir Ahmed" userId="5fa9bf89-1556-4927-a8e9-24c5d464f299" providerId="ADAL" clId="{CA624873-DACD-496F-938C-70EB8160D6AD}" dt="2020-04-30T09:26:52.024" v="2" actId="20577"/>
        <pc:sldMkLst>
          <pc:docMk/>
          <pc:sldMk cId="424874041" sldId="257"/>
        </pc:sldMkLst>
        <pc:spChg chg="mod">
          <ac:chgData name="Tanvir Ahmed" userId="5fa9bf89-1556-4927-a8e9-24c5d464f299" providerId="ADAL" clId="{CA624873-DACD-496F-938C-70EB8160D6AD}" dt="2020-04-30T09:26:52.024" v="2" actId="20577"/>
          <ac:spMkLst>
            <pc:docMk/>
            <pc:sldMk cId="424874041" sldId="257"/>
            <ac:spMk id="3" creationId="{00000000-0000-0000-0000-000000000000}"/>
          </ac:spMkLst>
        </pc:spChg>
      </pc:sldChg>
      <pc:sldChg chg="del">
        <pc:chgData name="Tanvir Ahmed" userId="5fa9bf89-1556-4927-a8e9-24c5d464f299" providerId="ADAL" clId="{CA624873-DACD-496F-938C-70EB8160D6AD}" dt="2020-04-30T10:43:36.805" v="10" actId="2696"/>
        <pc:sldMkLst>
          <pc:docMk/>
          <pc:sldMk cId="261875079" sldId="286"/>
        </pc:sldMkLst>
      </pc:sldChg>
      <pc:sldChg chg="del">
        <pc:chgData name="Tanvir Ahmed" userId="5fa9bf89-1556-4927-a8e9-24c5d464f299" providerId="ADAL" clId="{CA624873-DACD-496F-938C-70EB8160D6AD}" dt="2020-04-30T10:43:36.804" v="9" actId="2696"/>
        <pc:sldMkLst>
          <pc:docMk/>
          <pc:sldMk cId="2819377470" sldId="287"/>
        </pc:sldMkLst>
      </pc:sldChg>
      <pc:sldChg chg="del">
        <pc:chgData name="Tanvir Ahmed" userId="5fa9bf89-1556-4927-a8e9-24c5d464f299" providerId="ADAL" clId="{CA624873-DACD-496F-938C-70EB8160D6AD}" dt="2020-04-30T10:43:36.799" v="8" actId="2696"/>
        <pc:sldMkLst>
          <pc:docMk/>
          <pc:sldMk cId="1744785842" sldId="288"/>
        </pc:sldMkLst>
      </pc:sldChg>
      <pc:sldChg chg="del">
        <pc:chgData name="Tanvir Ahmed" userId="5fa9bf89-1556-4927-a8e9-24c5d464f299" providerId="ADAL" clId="{CA624873-DACD-496F-938C-70EB8160D6AD}" dt="2020-04-30T10:43:36.798" v="7" actId="2696"/>
        <pc:sldMkLst>
          <pc:docMk/>
          <pc:sldMk cId="3143269072" sldId="289"/>
        </pc:sldMkLst>
      </pc:sldChg>
      <pc:sldChg chg="del">
        <pc:chgData name="Tanvir Ahmed" userId="5fa9bf89-1556-4927-a8e9-24c5d464f299" providerId="ADAL" clId="{CA624873-DACD-496F-938C-70EB8160D6AD}" dt="2020-04-30T10:43:36.791" v="6" actId="2696"/>
        <pc:sldMkLst>
          <pc:docMk/>
          <pc:sldMk cId="2898490645" sldId="290"/>
        </pc:sldMkLst>
      </pc:sldChg>
      <pc:sldChg chg="del">
        <pc:chgData name="Tanvir Ahmed" userId="5fa9bf89-1556-4927-a8e9-24c5d464f299" providerId="ADAL" clId="{CA624873-DACD-496F-938C-70EB8160D6AD}" dt="2020-04-30T09:27:06.655" v="5" actId="2696"/>
        <pc:sldMkLst>
          <pc:docMk/>
          <pc:sldMk cId="3093467319" sldId="291"/>
        </pc:sldMkLst>
      </pc:sldChg>
      <pc:sldChg chg="del">
        <pc:chgData name="Tanvir Ahmed" userId="5fa9bf89-1556-4927-a8e9-24c5d464f299" providerId="ADAL" clId="{CA624873-DACD-496F-938C-70EB8160D6AD}" dt="2020-04-30T09:27:06.655" v="4" actId="2696"/>
        <pc:sldMkLst>
          <pc:docMk/>
          <pc:sldMk cId="1035863812" sldId="292"/>
        </pc:sldMkLst>
      </pc:sldChg>
      <pc:sldChg chg="del">
        <pc:chgData name="Tanvir Ahmed" userId="5fa9bf89-1556-4927-a8e9-24c5d464f299" providerId="ADAL" clId="{CA624873-DACD-496F-938C-70EB8160D6AD}" dt="2020-04-30T09:27:06.655" v="3" actId="2696"/>
        <pc:sldMkLst>
          <pc:docMk/>
          <pc:sldMk cId="2329211199" sldId="293"/>
        </pc:sldMkLst>
      </pc:sldChg>
    </pc:docChg>
  </pc:docChgLst>
  <pc:docChgLst>
    <pc:chgData name="Tanvir Ahmed" userId="5fa9bf89-1556-4927-a8e9-24c5d464f299" providerId="ADAL" clId="{FD252C03-E43F-4B0F-AB1C-39DF6BFE4A61}"/>
    <pc:docChg chg="custSel modSld">
      <pc:chgData name="Tanvir Ahmed" userId="5fa9bf89-1556-4927-a8e9-24c5d464f299" providerId="ADAL" clId="{FD252C03-E43F-4B0F-AB1C-39DF6BFE4A61}" dt="2020-04-30T10:55:05.808" v="9" actId="27636"/>
      <pc:docMkLst>
        <pc:docMk/>
      </pc:docMkLst>
      <pc:sldChg chg="modSp">
        <pc:chgData name="Tanvir Ahmed" userId="5fa9bf89-1556-4927-a8e9-24c5d464f299" providerId="ADAL" clId="{FD252C03-E43F-4B0F-AB1C-39DF6BFE4A61}" dt="2020-04-30T10:55:05.808" v="9" actId="27636"/>
        <pc:sldMkLst>
          <pc:docMk/>
          <pc:sldMk cId="700707328" sldId="256"/>
        </pc:sldMkLst>
        <pc:spChg chg="mod">
          <ac:chgData name="Tanvir Ahmed" userId="5fa9bf89-1556-4927-a8e9-24c5d464f299" providerId="ADAL" clId="{FD252C03-E43F-4B0F-AB1C-39DF6BFE4A61}" dt="2020-04-30T10:55:05.808" v="9" actId="27636"/>
          <ac:spMkLst>
            <pc:docMk/>
            <pc:sldMk cId="700707328" sldId="256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2AB4DD-911D-41E3-A028-2B7F77AC5F25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C843EE-774D-47BE-A3FF-293D0A429F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650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jsref/dom_obj_event.asp" TargetMode="Externa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pringboard.com/blog/history-of-javascript/" TargetMode="External"/><Relationship Id="rId2" Type="http://schemas.openxmlformats.org/officeDocument/2006/relationships/hyperlink" Target="https://www.w3schools.com/js/" TargetMode="Externa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/>
              <a:t>JavaScript Events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</a:t>
            </a:r>
            <a:r>
              <a:rPr lang="en-US"/>
              <a:t>CSC 3215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4834589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/>
                        <a:t> </a:t>
                      </a:r>
                      <a:endParaRPr lang="en-US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Web Technologies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7"/>
            <a:ext cx="7754112" cy="3459824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Events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Functions</a:t>
            </a:r>
          </a:p>
          <a:p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endParaRPr lang="en-US" sz="2400" u="sng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555541"/>
            <a:ext cx="7808976" cy="1088136"/>
          </a:xfrm>
        </p:spPr>
        <p:txBody>
          <a:bodyPr>
            <a:normAutofit/>
          </a:bodyPr>
          <a:lstStyle/>
          <a:p>
            <a:r>
              <a:rPr lang="en-US" dirty="0"/>
              <a:t>JS Events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773674-4EC2-4E22-A693-9E45447A7F2C}"/>
              </a:ext>
            </a:extLst>
          </p:cNvPr>
          <p:cNvSpPr txBox="1"/>
          <p:nvPr/>
        </p:nvSpPr>
        <p:spPr>
          <a:xfrm>
            <a:off x="465148" y="2037375"/>
            <a:ext cx="8213703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HTML events are things those happen to HTML elements.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Here are some examples of HTML events: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An HTML web page has finished loading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An HTML input field was changed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An HTML button was clicked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HTML allows event handler attributes, </a:t>
            </a:r>
            <a:r>
              <a:rPr lang="en-US" b="1" dirty="0"/>
              <a:t>with JavaScript code</a:t>
            </a:r>
            <a:r>
              <a:rPr lang="en-US" dirty="0"/>
              <a:t>, to be added to HTML elements.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</a:t>
            </a:r>
            <a:r>
              <a:rPr lang="en-US" sz="14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element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</a:t>
            </a:r>
            <a:r>
              <a:rPr lang="en-US" sz="14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event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1400" b="1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some JavaScript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&gt; </a:t>
            </a:r>
            <a:r>
              <a:rPr lang="en-US" dirty="0"/>
              <a:t>or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</a:t>
            </a:r>
            <a:r>
              <a:rPr lang="en-US" sz="14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element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</a:t>
            </a:r>
            <a:r>
              <a:rPr lang="en-US" sz="14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event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</a:t>
            </a:r>
            <a:r>
              <a:rPr lang="en-US" sz="1400" b="1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some JavaScript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&lt;p id="demo"&gt;&lt;/p&gt;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&lt;button 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onclick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="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('demo').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innerHTML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'Clicked'; "&gt;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Click Me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&lt;/button&gt;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the above code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onclick</a:t>
            </a:r>
            <a:r>
              <a:rPr lang="en-US" dirty="0"/>
              <a:t> attribute handler event. The value of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onclick</a:t>
            </a:r>
            <a:r>
              <a:rPr lang="en-US" dirty="0"/>
              <a:t> is JavaScript code which will execute on button click.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Writing JS codes as attributes is difficult we will call </a:t>
            </a:r>
            <a:r>
              <a:rPr lang="en-US" b="1" dirty="0"/>
              <a:t>functions</a:t>
            </a:r>
            <a:r>
              <a:rPr lang="en-US" dirty="0"/>
              <a:t> instead.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875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Common Events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45E8A0A-4E8D-4927-97A1-CB8360397BF9}"/>
              </a:ext>
            </a:extLst>
          </p:cNvPr>
          <p:cNvGraphicFramePr>
            <a:graphicFrameLocks noGrp="1"/>
          </p:cNvGraphicFramePr>
          <p:nvPr/>
        </p:nvGraphicFramePr>
        <p:xfrm>
          <a:off x="460375" y="1326243"/>
          <a:ext cx="5985581" cy="3142008"/>
        </p:xfrm>
        <a:graphic>
          <a:graphicData uri="http://schemas.openxmlformats.org/drawingml/2006/table">
            <a:tbl>
              <a:tblPr/>
              <a:tblGrid>
                <a:gridCol w="1319686">
                  <a:extLst>
                    <a:ext uri="{9D8B030D-6E8A-4147-A177-3AD203B41FA5}">
                      <a16:colId xmlns:a16="http://schemas.microsoft.com/office/drawing/2014/main" val="3786126234"/>
                    </a:ext>
                  </a:extLst>
                </a:gridCol>
                <a:gridCol w="4665895">
                  <a:extLst>
                    <a:ext uri="{9D8B030D-6E8A-4147-A177-3AD203B41FA5}">
                      <a16:colId xmlns:a16="http://schemas.microsoft.com/office/drawing/2014/main" val="3105642420"/>
                    </a:ext>
                  </a:extLst>
                </a:gridCol>
              </a:tblGrid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Event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Description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250940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onchange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An HTML element has been changed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1535791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onclick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The user clicks an HTML element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5330792"/>
                  </a:ext>
                </a:extLst>
              </a:tr>
              <a:tr h="55589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onmouseover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The user moves the mouse over an HTML element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1894103"/>
                  </a:ext>
                </a:extLst>
              </a:tr>
              <a:tr h="55589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onmouseout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The user moves the mouse away from an HTML element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8359839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onkeydown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The user pushes a keyboard key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9634925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onload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The browser has finished loading the page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9920111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onkeyup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When user releases a keyboard key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15057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D8A9843-43FA-4B44-A9B4-5E274CED3EB0}"/>
              </a:ext>
            </a:extLst>
          </p:cNvPr>
          <p:cNvSpPr txBox="1"/>
          <p:nvPr/>
        </p:nvSpPr>
        <p:spPr>
          <a:xfrm>
            <a:off x="460375" y="4854222"/>
            <a:ext cx="70806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Must Read: </a:t>
            </a:r>
            <a:r>
              <a:rPr lang="en-US" dirty="0">
                <a:hlinkClick r:id="rId2"/>
              </a:rPr>
              <a:t>https://www.w3schools.com/jsref/dom_obj_event.asp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93774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555541"/>
            <a:ext cx="7808976" cy="1088136"/>
          </a:xfrm>
        </p:spPr>
        <p:txBody>
          <a:bodyPr>
            <a:normAutofit/>
          </a:bodyPr>
          <a:lstStyle/>
          <a:p>
            <a:r>
              <a:rPr lang="en-US" dirty="0"/>
              <a:t>JS Functions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773674-4EC2-4E22-A693-9E45447A7F2C}"/>
              </a:ext>
            </a:extLst>
          </p:cNvPr>
          <p:cNvSpPr txBox="1"/>
          <p:nvPr/>
        </p:nvSpPr>
        <p:spPr>
          <a:xfrm>
            <a:off x="465148" y="2138976"/>
            <a:ext cx="8213703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A JavaScript function is a block of code designed to perform a particular task.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Times New Roman" panose="02020603050405020304" pitchFamily="18" charset="0"/>
              </a:rPr>
              <a:t>Functions are called when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Times New Roman" panose="02020603050405020304" pitchFamily="18" charset="0"/>
              </a:rPr>
              <a:t>somethin</a:t>
            </a:r>
            <a:r>
              <a:rPr lang="en-US" dirty="0">
                <a:solidFill>
                  <a:prstClr val="black"/>
                </a:solidFill>
                <a:latin typeface="Calibri"/>
                <a:cs typeface="Times New Roman" panose="02020603050405020304" pitchFamily="18" charset="0"/>
              </a:rPr>
              <a:t>g invoke them.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cs typeface="Times New Roman" panose="02020603050405020304" pitchFamily="18" charset="0"/>
              </a:rPr>
              <a:t>A JavaScript function is defined with the function keyword, followed by a name, followed by parentheses ().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cs typeface="Times New Roman" panose="02020603050405020304" pitchFamily="18" charset="0"/>
              </a:rPr>
              <a:t>Function names can contain letters, digits, underscores, and dollar signs (same rules as variables).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The parentheses may include parameter names separated by commas:</a:t>
            </a:r>
            <a:br>
              <a:rPr lang="en-US" dirty="0"/>
            </a:br>
            <a:r>
              <a:rPr lang="en-US" b="1" dirty="0"/>
              <a:t>(</a:t>
            </a:r>
            <a:r>
              <a:rPr lang="en-US" b="1" i="1" dirty="0"/>
              <a:t>parameter1, parameter2, ...</a:t>
            </a:r>
            <a:r>
              <a:rPr lang="en-US" b="1" dirty="0"/>
              <a:t>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Inside the function, the arguments (the parameters) behave as local variables.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>
              <a:solidFill>
                <a:prstClr val="black"/>
              </a:solidFill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>
              <a:solidFill>
                <a:prstClr val="black"/>
              </a:solidFill>
              <a:latin typeface="Calibri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4785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Functions Invocations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1BB221-494B-4D92-AE38-05EB2120F9D9}"/>
              </a:ext>
            </a:extLst>
          </p:cNvPr>
          <p:cNvSpPr txBox="1"/>
          <p:nvPr/>
        </p:nvSpPr>
        <p:spPr>
          <a:xfrm>
            <a:off x="587022" y="1219198"/>
            <a:ext cx="8105422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When an event occurs (when a user clicks a button)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When it is invoked (called) from JavaScript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Automatically (self invoked)</a:t>
            </a:r>
            <a:endParaRPr lang="en-US" dirty="0">
              <a:solidFill>
                <a:prstClr val="black"/>
              </a:solidFill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cs typeface="Times New Roman" panose="02020603050405020304" pitchFamily="18" charset="0"/>
              </a:rPr>
              <a:t>Writing JS codes in  html element like 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&lt;button 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onclick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="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('demo').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innerHTML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'Clicked'; "&gt;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Click Me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&lt;/button&gt;</a:t>
            </a:r>
          </a:p>
          <a:p>
            <a:r>
              <a:rPr lang="en-US" dirty="0">
                <a:solidFill>
                  <a:prstClr val="black"/>
                </a:solidFill>
                <a:cs typeface="Times New Roman" panose="02020603050405020304" pitchFamily="18" charset="0"/>
              </a:rPr>
              <a:t>       is difficult. That’s why its better to write functions and call them in event.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cs typeface="Times New Roman" panose="02020603050405020304" pitchFamily="18" charset="0"/>
              </a:rPr>
              <a:t>Analyze the below code.</a:t>
            </a:r>
          </a:p>
          <a:p>
            <a:endParaRPr lang="en-US" dirty="0">
              <a:solidFill>
                <a:prstClr val="black"/>
              </a:solidFill>
              <a:cs typeface="Times New Roman" panose="02020603050405020304" pitchFamily="18" charset="0"/>
            </a:endParaRPr>
          </a:p>
          <a:p>
            <a:pPr lvl="0"/>
            <a:endParaRPr lang="en-US" dirty="0">
              <a:solidFill>
                <a:prstClr val="black"/>
              </a:solidFill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02CCBB-7DA9-4E0E-899D-064D656B5365}"/>
              </a:ext>
            </a:extLst>
          </p:cNvPr>
          <p:cNvSpPr txBox="1"/>
          <p:nvPr/>
        </p:nvSpPr>
        <p:spPr>
          <a:xfrm>
            <a:off x="451556" y="3581529"/>
            <a:ext cx="8240888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&lt;html&gt;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	</a:t>
            </a:r>
            <a:r>
              <a:rPr lang="en-US" sz="1400" b="1" i="1" dirty="0">
                <a:solidFill>
                  <a:srgbClr val="7030A0"/>
                </a:solidFill>
                <a:latin typeface="Consolas" panose="020B0609020204030204" pitchFamily="49" charset="0"/>
              </a:rPr>
              <a:t>function</a:t>
            </a:r>
            <a: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demoFunction</a:t>
            </a:r>
            <a: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(){</a:t>
            </a:r>
          </a:p>
          <a:p>
            <a:pPr lvl="2"/>
            <a: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               </a:t>
            </a:r>
            <a:r>
              <a:rPr lang="en-US" sz="1400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('demo').</a:t>
            </a:r>
            <a:r>
              <a:rPr lang="en-US" sz="1400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innerHTML</a:t>
            </a:r>
            <a: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 = 'Clicked';</a:t>
            </a:r>
          </a:p>
          <a:p>
            <a:pPr lvl="2"/>
            <a: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	}</a:t>
            </a:r>
            <a:b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&lt;/script&gt;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&lt;/head&gt;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         &lt;p id="demo"&gt;&lt;/p&gt;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        &lt;button </a:t>
            </a:r>
            <a: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onclick</a:t>
            </a:r>
            <a:r>
              <a:rPr lang="en-US" sz="1400" dirty="0">
                <a:solidFill>
                  <a:srgbClr val="7030A0"/>
                </a:solidFill>
                <a:latin typeface="Consolas" panose="020B0609020204030204" pitchFamily="49" charset="0"/>
              </a:rPr>
              <a:t>="</a:t>
            </a:r>
            <a:r>
              <a:rPr lang="en-US" sz="1400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demoFunction</a:t>
            </a:r>
            <a: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()</a:t>
            </a:r>
            <a:r>
              <a:rPr lang="en-US" sz="1400" dirty="0">
                <a:solidFill>
                  <a:srgbClr val="7030A0"/>
                </a:solidFill>
                <a:latin typeface="Consolas" panose="020B0609020204030204" pitchFamily="49" charset="0"/>
              </a:rPr>
              <a:t>"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&gt; Click Me&lt;/button&gt;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&lt;/body&gt;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&lt;/html&gt;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80EAAC5-3C91-4CEE-8107-EFD4E384A906}"/>
              </a:ext>
            </a:extLst>
          </p:cNvPr>
          <p:cNvCxnSpPr>
            <a:cxnSpLocks/>
          </p:cNvCxnSpPr>
          <p:nvPr/>
        </p:nvCxnSpPr>
        <p:spPr>
          <a:xfrm flipV="1">
            <a:off x="4163627" y="3835153"/>
            <a:ext cx="2476870" cy="3906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000225A-6B4E-40BB-87A7-90FD31BFD828}"/>
              </a:ext>
            </a:extLst>
          </p:cNvPr>
          <p:cNvCxnSpPr>
            <a:cxnSpLocks/>
          </p:cNvCxnSpPr>
          <p:nvPr/>
        </p:nvCxnSpPr>
        <p:spPr>
          <a:xfrm flipV="1">
            <a:off x="4316027" y="5372469"/>
            <a:ext cx="2476870" cy="3906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9C9F2DA-0E6E-4B2B-BA26-8E890EA00E5D}"/>
              </a:ext>
            </a:extLst>
          </p:cNvPr>
          <p:cNvSpPr txBox="1"/>
          <p:nvPr/>
        </p:nvSpPr>
        <p:spPr>
          <a:xfrm>
            <a:off x="6792896" y="3581529"/>
            <a:ext cx="2035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Function definition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C296DD-CF31-4581-AC00-00BF2C8D097F}"/>
              </a:ext>
            </a:extLst>
          </p:cNvPr>
          <p:cNvSpPr txBox="1"/>
          <p:nvPr/>
        </p:nvSpPr>
        <p:spPr>
          <a:xfrm>
            <a:off x="6792897" y="5155168"/>
            <a:ext cx="2035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Function Invocation</a:t>
            </a:r>
          </a:p>
        </p:txBody>
      </p:sp>
    </p:spTree>
    <p:extLst>
      <p:ext uri="{BB962C8B-B14F-4D97-AF65-F5344CB8AC3E}">
        <p14:creationId xmlns:p14="http://schemas.microsoft.com/office/powerpoint/2010/main" val="31432690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Functions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1BB221-494B-4D92-AE38-05EB2120F9D9}"/>
              </a:ext>
            </a:extLst>
          </p:cNvPr>
          <p:cNvSpPr txBox="1"/>
          <p:nvPr/>
        </p:nvSpPr>
        <p:spPr>
          <a:xfrm>
            <a:off x="587022" y="1219198"/>
            <a:ext cx="8105422" cy="69249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Like other language functions JS has to return type.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return value from a function use return keyword and it will return value.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() Operator Invokes the Function. Without () will return the function object instead of result.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Functions also be used as the same way as variables in all type of formulas, assignments and calculations.</a:t>
            </a:r>
          </a:p>
          <a:p>
            <a:pPr lvl="1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	</a:t>
            </a:r>
            <a:r>
              <a:rPr lang="en-US" sz="1200" b="1" dirty="0">
                <a:solidFill>
                  <a:srgbClr val="7030A0"/>
                </a:solidFill>
                <a:latin typeface="Consolas" panose="020B0609020204030204" pitchFamily="49" charset="0"/>
              </a:rPr>
              <a:t>var x = 10 + </a:t>
            </a:r>
            <a:r>
              <a:rPr lang="en-US" sz="1200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myFunction</a:t>
            </a:r>
            <a:r>
              <a:rPr lang="en-US" sz="1200" b="1" dirty="0">
                <a:solidFill>
                  <a:srgbClr val="7030A0"/>
                </a:solidFill>
                <a:latin typeface="Consolas" panose="020B0609020204030204" pitchFamily="49" charset="0"/>
              </a:rPr>
              <a:t>(4, 3) + 12;//x will hold the expression result 34 </a:t>
            </a:r>
          </a:p>
          <a:p>
            <a:pPr lvl="1"/>
            <a:r>
              <a:rPr lang="en-US" sz="1200" b="1" dirty="0">
                <a:solidFill>
                  <a:srgbClr val="7030A0"/>
                </a:solidFill>
                <a:latin typeface="Consolas" panose="020B0609020204030204" pitchFamily="49" charset="0"/>
              </a:rPr>
              <a:t>      </a:t>
            </a:r>
            <a:r>
              <a:rPr lang="en-US" sz="1200" b="1" i="1" dirty="0">
                <a:solidFill>
                  <a:srgbClr val="7030A0"/>
                </a:solidFill>
                <a:latin typeface="Consolas" panose="020B0609020204030204" pitchFamily="49" charset="0"/>
              </a:rPr>
              <a:t>function</a:t>
            </a:r>
            <a:r>
              <a:rPr lang="en-US" sz="1200" b="1" dirty="0">
                <a:solidFill>
                  <a:srgbClr val="7030A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myFunction</a:t>
            </a:r>
            <a:r>
              <a:rPr lang="en-US" sz="1200" b="1" dirty="0">
                <a:solidFill>
                  <a:srgbClr val="7030A0"/>
                </a:solidFill>
                <a:latin typeface="Consolas" panose="020B0609020204030204" pitchFamily="49" charset="0"/>
              </a:rPr>
              <a:t>(a, b) {</a:t>
            </a:r>
          </a:p>
          <a:p>
            <a:pPr lvl="1"/>
            <a:r>
              <a:rPr lang="en-US" sz="1200" b="1" dirty="0">
                <a:solidFill>
                  <a:srgbClr val="7030A0"/>
                </a:solidFill>
                <a:latin typeface="Consolas" panose="020B0609020204030204" pitchFamily="49" charset="0"/>
              </a:rPr>
              <a:t>            return a * b;</a:t>
            </a:r>
          </a:p>
          <a:p>
            <a:pPr lvl="1"/>
            <a:r>
              <a:rPr lang="en-US" sz="1200" b="1" dirty="0">
                <a:solidFill>
                  <a:srgbClr val="7030A0"/>
                </a:solidFill>
                <a:latin typeface="Consolas" panose="020B0609020204030204" pitchFamily="49" charset="0"/>
              </a:rPr>
              <a:t>      }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</a:t>
            </a:r>
          </a:p>
          <a:p>
            <a:pPr lvl="1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&lt;/script&gt;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>
              <a:solidFill>
                <a:prstClr val="black"/>
              </a:solidFill>
              <a:cs typeface="Times New Roman" panose="02020603050405020304" pitchFamily="18" charset="0"/>
            </a:endParaRPr>
          </a:p>
          <a:p>
            <a:pPr lvl="0"/>
            <a:endParaRPr lang="en-US" dirty="0">
              <a:solidFill>
                <a:prstClr val="black"/>
              </a:solidFill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0117ED-7C70-4533-BC80-F89D6D85A9C2}"/>
              </a:ext>
            </a:extLst>
          </p:cNvPr>
          <p:cNvSpPr txBox="1"/>
          <p:nvPr/>
        </p:nvSpPr>
        <p:spPr>
          <a:xfrm>
            <a:off x="158593" y="1787463"/>
            <a:ext cx="824088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&lt;html&gt;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	</a:t>
            </a:r>
            <a: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var x = </a:t>
            </a:r>
            <a:r>
              <a:rPr lang="en-US" sz="1400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myFunction</a:t>
            </a:r>
            <a: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(4, 3);//x will hold the returned value 12 </a:t>
            </a:r>
          </a:p>
          <a:p>
            <a:pPr lvl="2"/>
            <a: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         </a:t>
            </a:r>
            <a:r>
              <a:rPr lang="en-US" sz="1400" b="1" i="1" dirty="0">
                <a:solidFill>
                  <a:srgbClr val="7030A0"/>
                </a:solidFill>
                <a:latin typeface="Consolas" panose="020B0609020204030204" pitchFamily="49" charset="0"/>
              </a:rPr>
              <a:t>function</a:t>
            </a:r>
            <a: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myFunction</a:t>
            </a:r>
            <a: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(a, b) {</a:t>
            </a:r>
          </a:p>
          <a:p>
            <a:pPr lvl="2"/>
            <a: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         	   return a * b;</a:t>
            </a:r>
          </a:p>
          <a:p>
            <a:pPr lvl="2"/>
            <a: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         }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&lt;/script&gt;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&lt;/head&gt;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&lt;/body&gt;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&lt;/html&gt;</a:t>
            </a:r>
          </a:p>
        </p:txBody>
      </p:sp>
    </p:spTree>
    <p:extLst>
      <p:ext uri="{BB962C8B-B14F-4D97-AF65-F5344CB8AC3E}">
        <p14:creationId xmlns:p14="http://schemas.microsoft.com/office/powerpoint/2010/main" val="2898490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335494" y="1060650"/>
            <a:ext cx="7987364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</a:t>
            </a:r>
            <a:r>
              <a:rPr lang="en-US" sz="1600" dirty="0"/>
              <a:t>W3Schools Online Web Tutorials; URL: http://www.w3schools.com</a:t>
            </a:r>
          </a:p>
          <a:p>
            <a:r>
              <a:rPr lang="en-US" sz="1600" dirty="0"/>
              <a:t>2. PHP Documentation; URL: http://www.php.net/docs.php</a:t>
            </a:r>
          </a:p>
          <a:p>
            <a:r>
              <a:rPr lang="en-US" sz="1600" dirty="0"/>
              <a:t>3. </a:t>
            </a:r>
            <a:r>
              <a:rPr lang="en-US" sz="1600" dirty="0" err="1"/>
              <a:t>Sams</a:t>
            </a:r>
            <a:r>
              <a:rPr lang="en-US" sz="1600" dirty="0"/>
              <a:t> Teach Yourself Ajax JavaScript and PHP All in One; Phil Ballard and Michael Moncur;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Sams</a:t>
            </a:r>
            <a:r>
              <a:rPr lang="en-US" sz="1600" dirty="0"/>
              <a:t> Publishing; 2010</a:t>
            </a:r>
          </a:p>
          <a:p>
            <a:r>
              <a:rPr lang="en-US" sz="1600" dirty="0"/>
              <a:t>4. JavaScript Phrasebook; Christian Wenz; </a:t>
            </a:r>
            <a:r>
              <a:rPr lang="en-US" sz="1600" dirty="0" err="1"/>
              <a:t>Sams</a:t>
            </a:r>
            <a:r>
              <a:rPr lang="en-US" sz="1600" dirty="0"/>
              <a:t> Publishing; 2007</a:t>
            </a:r>
          </a:p>
          <a:p>
            <a:r>
              <a:rPr lang="en-US" sz="1600" dirty="0"/>
              <a:t>5. PHP and MySQL Web Development, 4/E; Luke Welling and Laura Thomson; </a:t>
            </a:r>
            <a:r>
              <a:rPr lang="en-US" sz="1600" dirty="0" err="1"/>
              <a:t>AddisonWesley</a:t>
            </a:r>
            <a:endParaRPr lang="en-US" sz="1600" dirty="0"/>
          </a:p>
          <a:p>
            <a:r>
              <a:rPr lang="en-US" sz="1600" dirty="0"/>
              <a:t>    Professional; 2009</a:t>
            </a:r>
          </a:p>
          <a:p>
            <a:r>
              <a:rPr lang="en-US" sz="1600" dirty="0"/>
              <a:t>6. JavaScript for Programmers Paul J. </a:t>
            </a:r>
            <a:r>
              <a:rPr lang="en-US" sz="1600" dirty="0" err="1"/>
              <a:t>Deitel</a:t>
            </a:r>
            <a:r>
              <a:rPr lang="en-US" sz="1600" dirty="0"/>
              <a:t> and Harvey M. </a:t>
            </a:r>
            <a:r>
              <a:rPr lang="en-US" sz="1600" dirty="0" err="1"/>
              <a:t>Deitel</a:t>
            </a:r>
            <a:r>
              <a:rPr lang="en-US" sz="1600" dirty="0"/>
              <a:t>; Prentice Hall; 2009</a:t>
            </a:r>
          </a:p>
          <a:p>
            <a:r>
              <a:rPr lang="en-US" sz="1600" dirty="0"/>
              <a:t>7. Beginning PHP5, Apache, and MySQL Web Development; Elizabeth </a:t>
            </a:r>
            <a:r>
              <a:rPr lang="en-US" sz="1600" dirty="0" err="1"/>
              <a:t>Naramore</a:t>
            </a:r>
            <a:r>
              <a:rPr lang="en-US" sz="1600" dirty="0"/>
              <a:t>, Jason</a:t>
            </a:r>
          </a:p>
          <a:p>
            <a:r>
              <a:rPr lang="en-US" sz="1600" dirty="0"/>
              <a:t>     </a:t>
            </a:r>
            <a:r>
              <a:rPr lang="en-US" sz="1600" dirty="0" err="1"/>
              <a:t>Gerner</a:t>
            </a:r>
            <a:r>
              <a:rPr lang="en-US" sz="1600" dirty="0"/>
              <a:t>, Yann Le </a:t>
            </a:r>
            <a:r>
              <a:rPr lang="en-US" sz="1600" dirty="0" err="1"/>
              <a:t>Scouarnec</a:t>
            </a:r>
            <a:r>
              <a:rPr lang="en-US" sz="1600" dirty="0"/>
              <a:t>, Jeremy Stolz and Michael K. Glass; Wiley Publishing; 2005</a:t>
            </a:r>
          </a:p>
          <a:p>
            <a:r>
              <a:rPr lang="en-US" sz="1600" dirty="0"/>
              <a:t>8. XML in a Nutshell, 3/E; </a:t>
            </a:r>
            <a:r>
              <a:rPr lang="en-US" sz="1600" dirty="0" err="1"/>
              <a:t>Elliotte</a:t>
            </a:r>
            <a:r>
              <a:rPr lang="en-US" sz="1600" dirty="0"/>
              <a:t> Rusty Harold and W. Scott Means; O'Reilly Media; 2004</a:t>
            </a:r>
            <a:endParaRPr lang="en-FI" sz="1600" dirty="0"/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517442" y="1088514"/>
            <a:ext cx="59336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hlinkClick r:id="rId2"/>
              </a:rPr>
              <a:t>https://www.w3schools.com/js/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>
                <a:hlinkClick r:id="rId3"/>
              </a:rPr>
              <a:t>https://www.springboard.com/blog/history-of-javascript/</a:t>
            </a:r>
            <a:endParaRPr lang="en-US" dirty="0"/>
          </a:p>
          <a:p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940</TotalTime>
  <Words>886</Words>
  <Application>Microsoft Office PowerPoint</Application>
  <PresentationFormat>On-screen Show (4:3)</PresentationFormat>
  <Paragraphs>127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Consolas</vt:lpstr>
      <vt:lpstr>Corbel</vt:lpstr>
      <vt:lpstr>Times New Roman</vt:lpstr>
      <vt:lpstr>Wingdings</vt:lpstr>
      <vt:lpstr>Spectrum</vt:lpstr>
      <vt:lpstr>JavaScript Events</vt:lpstr>
      <vt:lpstr>Lecture Outline</vt:lpstr>
      <vt:lpstr>JS Events</vt:lpstr>
      <vt:lpstr>PowerPoint Presentation</vt:lpstr>
      <vt:lpstr>JS Functions</vt:lpstr>
      <vt:lpstr>PowerPoint Presentation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Md. Khairul Alam Mazumder</cp:lastModifiedBy>
  <cp:revision>91</cp:revision>
  <dcterms:created xsi:type="dcterms:W3CDTF">2018-12-10T17:20:29Z</dcterms:created>
  <dcterms:modified xsi:type="dcterms:W3CDTF">2025-04-15T06:43:00Z</dcterms:modified>
</cp:coreProperties>
</file>