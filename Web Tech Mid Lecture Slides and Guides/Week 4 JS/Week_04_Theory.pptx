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20623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(x)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/“Jon/”";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.innerHTML 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1115</TotalTime>
  <Words>3024</Words>
  <Application>Microsoft Office PowerPoint</Application>
  <PresentationFormat>On-screen Show (4:3)</PresentationFormat>
  <Paragraphs>362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Khairul Alam Mazumder</cp:lastModifiedBy>
  <cp:revision>99</cp:revision>
  <dcterms:created xsi:type="dcterms:W3CDTF">2018-12-10T17:20:29Z</dcterms:created>
  <dcterms:modified xsi:type="dcterms:W3CDTF">2025-04-15T06:42:01Z</dcterms:modified>
</cp:coreProperties>
</file>